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Noto Sans" charset="1" panose="020B0502040504020204"/>
      <p:regular r:id="rId16"/>
    </p:embeddedFont>
    <p:embeddedFont>
      <p:font typeface="Noto Sans Bold" charset="1" panose="020B0802040504020204"/>
      <p:regular r:id="rId17"/>
    </p:embeddedFont>
    <p:embeddedFont>
      <p:font typeface="Inter Bold" charset="1" panose="02000503000000020004"/>
      <p:regular r:id="rId18"/>
    </p:embeddedFont>
    <p:embeddedFont>
      <p:font typeface="Source Han Sans KR Bold" charset="1" panose="020B0800000000000000"/>
      <p:regular r:id="rId19"/>
    </p:embeddedFont>
    <p:embeddedFont>
      <p:font typeface="Source Han Sans KR" charset="1" panose="020B04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jpeg" Type="http://schemas.openxmlformats.org/officeDocument/2006/relationships/image"/><Relationship Id="rId4" Target="../media/image11.jpeg" Type="http://schemas.openxmlformats.org/officeDocument/2006/relationships/image"/><Relationship Id="rId5" Target="../media/image1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jpeg" Type="http://schemas.openxmlformats.org/officeDocument/2006/relationships/image"/><Relationship Id="rId4" Target="../media/image17.jpeg" Type="http://schemas.openxmlformats.org/officeDocument/2006/relationships/image"/><Relationship Id="rId5" Target="../media/image1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9.jpeg" Type="http://schemas.openxmlformats.org/officeDocument/2006/relationships/image"/><Relationship Id="rId4" Target="../media/image20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Relationship Id="rId3" Target="../media/image22.jpeg" Type="http://schemas.openxmlformats.org/officeDocument/2006/relationships/image"/><Relationship Id="rId4" Target="../media/image23.jpeg" Type="http://schemas.openxmlformats.org/officeDocument/2006/relationships/image"/><Relationship Id="rId5" Target="../media/image2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Relationship Id="rId3" Target="../media/image26.jpeg" Type="http://schemas.openxmlformats.org/officeDocument/2006/relationships/image"/><Relationship Id="rId4" Target="../media/image27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jpeg" Type="http://schemas.openxmlformats.org/officeDocument/2006/relationships/image"/><Relationship Id="rId3" Target="../media/image29.jpeg" Type="http://schemas.openxmlformats.org/officeDocument/2006/relationships/image"/><Relationship Id="rId4" Target="../media/image3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812866" y="226733"/>
            <a:ext cx="7086600" cy="9829800"/>
            <a:chOff x="0" y="0"/>
            <a:chExt cx="9448800" cy="131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48800" cy="13106400"/>
            </a:xfrm>
            <a:custGeom>
              <a:avLst/>
              <a:gdLst/>
              <a:ahLst/>
              <a:cxnLst/>
              <a:rect r="r" b="b" t="t" l="l"/>
              <a:pathLst>
                <a:path h="13106400" w="9448800">
                  <a:moveTo>
                    <a:pt x="0" y="0"/>
                  </a:moveTo>
                  <a:lnTo>
                    <a:pt x="9448800" y="0"/>
                  </a:lnTo>
                  <a:lnTo>
                    <a:pt x="9448800" y="13106400"/>
                  </a:lnTo>
                  <a:lnTo>
                    <a:pt x="0" y="1310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74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292785" y="1688116"/>
            <a:ext cx="2924175" cy="4400550"/>
            <a:chOff x="0" y="0"/>
            <a:chExt cx="3898900" cy="5867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98900" cy="5867400"/>
            </a:xfrm>
            <a:custGeom>
              <a:avLst/>
              <a:gdLst/>
              <a:ahLst/>
              <a:cxnLst/>
              <a:rect r="r" b="b" t="t" l="l"/>
              <a:pathLst>
                <a:path h="5867400" w="3898900">
                  <a:moveTo>
                    <a:pt x="0" y="0"/>
                  </a:moveTo>
                  <a:lnTo>
                    <a:pt x="3898900" y="0"/>
                  </a:lnTo>
                  <a:lnTo>
                    <a:pt x="3898900" y="5867400"/>
                  </a:lnTo>
                  <a:lnTo>
                    <a:pt x="0" y="5867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1172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485316" y="5664117"/>
            <a:ext cx="2905125" cy="4400550"/>
            <a:chOff x="0" y="0"/>
            <a:chExt cx="3873500" cy="5867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73500" cy="5867400"/>
            </a:xfrm>
            <a:custGeom>
              <a:avLst/>
              <a:gdLst/>
              <a:ahLst/>
              <a:cxnLst/>
              <a:rect r="r" b="b" t="t" l="l"/>
              <a:pathLst>
                <a:path h="5867400" w="3873500">
                  <a:moveTo>
                    <a:pt x="0" y="0"/>
                  </a:moveTo>
                  <a:lnTo>
                    <a:pt x="3873500" y="0"/>
                  </a:lnTo>
                  <a:lnTo>
                    <a:pt x="3873500" y="5867400"/>
                  </a:lnTo>
                  <a:lnTo>
                    <a:pt x="0" y="5867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49090" y="2676525"/>
            <a:ext cx="142875" cy="142875"/>
            <a:chOff x="0" y="0"/>
            <a:chExt cx="142875" cy="1428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002" cy="142875"/>
            </a:xfrm>
            <a:custGeom>
              <a:avLst/>
              <a:gdLst/>
              <a:ahLst/>
              <a:cxnLst/>
              <a:rect r="r" b="b" t="t" l="l"/>
              <a:pathLst>
                <a:path h="142875" w="143002">
                  <a:moveTo>
                    <a:pt x="142875" y="71374"/>
                  </a:moveTo>
                  <a:cubicBezTo>
                    <a:pt x="142875" y="76073"/>
                    <a:pt x="142367" y="80772"/>
                    <a:pt x="141478" y="85344"/>
                  </a:cubicBezTo>
                  <a:cubicBezTo>
                    <a:pt x="140589" y="89916"/>
                    <a:pt x="139192" y="94361"/>
                    <a:pt x="137414" y="98806"/>
                  </a:cubicBezTo>
                  <a:cubicBezTo>
                    <a:pt x="135636" y="103251"/>
                    <a:pt x="133477" y="107315"/>
                    <a:pt x="130810" y="111125"/>
                  </a:cubicBezTo>
                  <a:cubicBezTo>
                    <a:pt x="128143" y="114935"/>
                    <a:pt x="125222" y="118618"/>
                    <a:pt x="121920" y="121920"/>
                  </a:cubicBezTo>
                  <a:cubicBezTo>
                    <a:pt x="118618" y="125222"/>
                    <a:pt x="114935" y="128143"/>
                    <a:pt x="111125" y="130810"/>
                  </a:cubicBezTo>
                  <a:cubicBezTo>
                    <a:pt x="107315" y="133477"/>
                    <a:pt x="103124" y="135636"/>
                    <a:pt x="98806" y="137414"/>
                  </a:cubicBezTo>
                  <a:cubicBezTo>
                    <a:pt x="94488" y="139192"/>
                    <a:pt x="90043" y="140589"/>
                    <a:pt x="85344" y="141478"/>
                  </a:cubicBezTo>
                  <a:cubicBezTo>
                    <a:pt x="80645" y="142367"/>
                    <a:pt x="76073" y="142875"/>
                    <a:pt x="71374" y="142875"/>
                  </a:cubicBezTo>
                  <a:cubicBezTo>
                    <a:pt x="66675" y="142875"/>
                    <a:pt x="61976" y="142367"/>
                    <a:pt x="57404" y="141478"/>
                  </a:cubicBezTo>
                  <a:cubicBezTo>
                    <a:pt x="52832" y="140589"/>
                    <a:pt x="48387" y="139192"/>
                    <a:pt x="43942" y="137414"/>
                  </a:cubicBezTo>
                  <a:cubicBezTo>
                    <a:pt x="39497" y="135636"/>
                    <a:pt x="35433" y="133477"/>
                    <a:pt x="31623" y="130810"/>
                  </a:cubicBezTo>
                  <a:cubicBezTo>
                    <a:pt x="27813" y="128143"/>
                    <a:pt x="24130" y="125222"/>
                    <a:pt x="20828" y="121920"/>
                  </a:cubicBezTo>
                  <a:cubicBezTo>
                    <a:pt x="17526" y="118618"/>
                    <a:pt x="14605" y="114935"/>
                    <a:pt x="11938" y="111125"/>
                  </a:cubicBezTo>
                  <a:cubicBezTo>
                    <a:pt x="9271" y="107315"/>
                    <a:pt x="7112" y="103124"/>
                    <a:pt x="5334" y="98806"/>
                  </a:cubicBezTo>
                  <a:cubicBezTo>
                    <a:pt x="3556" y="94488"/>
                    <a:pt x="2286" y="89916"/>
                    <a:pt x="1397" y="85344"/>
                  </a:cubicBezTo>
                  <a:cubicBezTo>
                    <a:pt x="508" y="80772"/>
                    <a:pt x="0" y="76073"/>
                    <a:pt x="0" y="71374"/>
                  </a:cubicBezTo>
                  <a:cubicBezTo>
                    <a:pt x="0" y="66675"/>
                    <a:pt x="508" y="61976"/>
                    <a:pt x="1397" y="57404"/>
                  </a:cubicBezTo>
                  <a:cubicBezTo>
                    <a:pt x="2286" y="52832"/>
                    <a:pt x="3683" y="48387"/>
                    <a:pt x="5461" y="43942"/>
                  </a:cubicBezTo>
                  <a:cubicBezTo>
                    <a:pt x="7239" y="39497"/>
                    <a:pt x="9398" y="35433"/>
                    <a:pt x="12065" y="31623"/>
                  </a:cubicBezTo>
                  <a:cubicBezTo>
                    <a:pt x="14732" y="27813"/>
                    <a:pt x="17653" y="24130"/>
                    <a:pt x="20955" y="20828"/>
                  </a:cubicBezTo>
                  <a:cubicBezTo>
                    <a:pt x="24257" y="17526"/>
                    <a:pt x="27940" y="14605"/>
                    <a:pt x="31750" y="11938"/>
                  </a:cubicBezTo>
                  <a:cubicBezTo>
                    <a:pt x="35560" y="9271"/>
                    <a:pt x="39751" y="7112"/>
                    <a:pt x="44069" y="5334"/>
                  </a:cubicBezTo>
                  <a:cubicBezTo>
                    <a:pt x="48387" y="3556"/>
                    <a:pt x="52959" y="2286"/>
                    <a:pt x="57531" y="1397"/>
                  </a:cubicBezTo>
                  <a:cubicBezTo>
                    <a:pt x="62103" y="508"/>
                    <a:pt x="66802" y="0"/>
                    <a:pt x="71501" y="0"/>
                  </a:cubicBezTo>
                  <a:cubicBezTo>
                    <a:pt x="76200" y="0"/>
                    <a:pt x="80899" y="508"/>
                    <a:pt x="85471" y="1397"/>
                  </a:cubicBezTo>
                  <a:cubicBezTo>
                    <a:pt x="90043" y="2286"/>
                    <a:pt x="94488" y="3683"/>
                    <a:pt x="98933" y="5461"/>
                  </a:cubicBezTo>
                  <a:cubicBezTo>
                    <a:pt x="103378" y="7239"/>
                    <a:pt x="107442" y="9398"/>
                    <a:pt x="111252" y="12065"/>
                  </a:cubicBezTo>
                  <a:cubicBezTo>
                    <a:pt x="115062" y="14732"/>
                    <a:pt x="118745" y="17653"/>
                    <a:pt x="122047" y="20955"/>
                  </a:cubicBezTo>
                  <a:cubicBezTo>
                    <a:pt x="125349" y="24257"/>
                    <a:pt x="128270" y="27940"/>
                    <a:pt x="130937" y="31750"/>
                  </a:cubicBezTo>
                  <a:cubicBezTo>
                    <a:pt x="133604" y="35560"/>
                    <a:pt x="135763" y="39751"/>
                    <a:pt x="137541" y="44069"/>
                  </a:cubicBezTo>
                  <a:cubicBezTo>
                    <a:pt x="139319" y="48387"/>
                    <a:pt x="140716" y="52832"/>
                    <a:pt x="141605" y="57531"/>
                  </a:cubicBezTo>
                  <a:cubicBezTo>
                    <a:pt x="142494" y="62230"/>
                    <a:pt x="143002" y="66802"/>
                    <a:pt x="143002" y="7150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49090" y="3724275"/>
            <a:ext cx="142875" cy="142875"/>
            <a:chOff x="0" y="0"/>
            <a:chExt cx="142875" cy="1428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3002" cy="142875"/>
            </a:xfrm>
            <a:custGeom>
              <a:avLst/>
              <a:gdLst/>
              <a:ahLst/>
              <a:cxnLst/>
              <a:rect r="r" b="b" t="t" l="l"/>
              <a:pathLst>
                <a:path h="142875" w="143002">
                  <a:moveTo>
                    <a:pt x="142875" y="71374"/>
                  </a:moveTo>
                  <a:cubicBezTo>
                    <a:pt x="142875" y="76073"/>
                    <a:pt x="142367" y="80772"/>
                    <a:pt x="141478" y="85344"/>
                  </a:cubicBezTo>
                  <a:cubicBezTo>
                    <a:pt x="140589" y="89916"/>
                    <a:pt x="139192" y="94361"/>
                    <a:pt x="137414" y="98806"/>
                  </a:cubicBezTo>
                  <a:cubicBezTo>
                    <a:pt x="135636" y="103251"/>
                    <a:pt x="133477" y="107315"/>
                    <a:pt x="130810" y="111125"/>
                  </a:cubicBezTo>
                  <a:cubicBezTo>
                    <a:pt x="128143" y="114935"/>
                    <a:pt x="125222" y="118618"/>
                    <a:pt x="121920" y="121920"/>
                  </a:cubicBezTo>
                  <a:cubicBezTo>
                    <a:pt x="118618" y="125222"/>
                    <a:pt x="114935" y="128143"/>
                    <a:pt x="111125" y="130810"/>
                  </a:cubicBezTo>
                  <a:cubicBezTo>
                    <a:pt x="107315" y="133477"/>
                    <a:pt x="103124" y="135636"/>
                    <a:pt x="98806" y="137414"/>
                  </a:cubicBezTo>
                  <a:cubicBezTo>
                    <a:pt x="94488" y="139192"/>
                    <a:pt x="90043" y="140589"/>
                    <a:pt x="85344" y="141478"/>
                  </a:cubicBezTo>
                  <a:cubicBezTo>
                    <a:pt x="80645" y="142367"/>
                    <a:pt x="76073" y="142875"/>
                    <a:pt x="71374" y="142875"/>
                  </a:cubicBezTo>
                  <a:cubicBezTo>
                    <a:pt x="66675" y="142875"/>
                    <a:pt x="61976" y="142367"/>
                    <a:pt x="57404" y="141478"/>
                  </a:cubicBezTo>
                  <a:cubicBezTo>
                    <a:pt x="52832" y="140589"/>
                    <a:pt x="48387" y="139192"/>
                    <a:pt x="43942" y="137414"/>
                  </a:cubicBezTo>
                  <a:cubicBezTo>
                    <a:pt x="39497" y="135636"/>
                    <a:pt x="35433" y="133477"/>
                    <a:pt x="31623" y="130810"/>
                  </a:cubicBezTo>
                  <a:cubicBezTo>
                    <a:pt x="27813" y="128143"/>
                    <a:pt x="24130" y="125222"/>
                    <a:pt x="20828" y="121920"/>
                  </a:cubicBezTo>
                  <a:cubicBezTo>
                    <a:pt x="17526" y="118618"/>
                    <a:pt x="14605" y="114935"/>
                    <a:pt x="11938" y="111125"/>
                  </a:cubicBezTo>
                  <a:cubicBezTo>
                    <a:pt x="9271" y="107315"/>
                    <a:pt x="7112" y="103124"/>
                    <a:pt x="5334" y="98806"/>
                  </a:cubicBezTo>
                  <a:cubicBezTo>
                    <a:pt x="3556" y="94488"/>
                    <a:pt x="2286" y="89916"/>
                    <a:pt x="1397" y="85344"/>
                  </a:cubicBezTo>
                  <a:cubicBezTo>
                    <a:pt x="508" y="80772"/>
                    <a:pt x="0" y="76073"/>
                    <a:pt x="0" y="71374"/>
                  </a:cubicBezTo>
                  <a:cubicBezTo>
                    <a:pt x="0" y="66675"/>
                    <a:pt x="508" y="61976"/>
                    <a:pt x="1397" y="57404"/>
                  </a:cubicBezTo>
                  <a:cubicBezTo>
                    <a:pt x="2286" y="52832"/>
                    <a:pt x="3683" y="48387"/>
                    <a:pt x="5461" y="43942"/>
                  </a:cubicBezTo>
                  <a:cubicBezTo>
                    <a:pt x="7239" y="39497"/>
                    <a:pt x="9398" y="35433"/>
                    <a:pt x="12065" y="31623"/>
                  </a:cubicBezTo>
                  <a:cubicBezTo>
                    <a:pt x="14732" y="27813"/>
                    <a:pt x="17653" y="24130"/>
                    <a:pt x="20955" y="20828"/>
                  </a:cubicBezTo>
                  <a:cubicBezTo>
                    <a:pt x="24257" y="17526"/>
                    <a:pt x="27940" y="14605"/>
                    <a:pt x="31750" y="11938"/>
                  </a:cubicBezTo>
                  <a:cubicBezTo>
                    <a:pt x="35560" y="9271"/>
                    <a:pt x="39751" y="7112"/>
                    <a:pt x="44069" y="5334"/>
                  </a:cubicBezTo>
                  <a:cubicBezTo>
                    <a:pt x="48387" y="3556"/>
                    <a:pt x="52959" y="2286"/>
                    <a:pt x="57531" y="1397"/>
                  </a:cubicBezTo>
                  <a:cubicBezTo>
                    <a:pt x="62103" y="508"/>
                    <a:pt x="66802" y="0"/>
                    <a:pt x="71501" y="0"/>
                  </a:cubicBezTo>
                  <a:cubicBezTo>
                    <a:pt x="76200" y="0"/>
                    <a:pt x="80899" y="508"/>
                    <a:pt x="85471" y="1397"/>
                  </a:cubicBezTo>
                  <a:cubicBezTo>
                    <a:pt x="90043" y="2286"/>
                    <a:pt x="94488" y="3683"/>
                    <a:pt x="98933" y="5461"/>
                  </a:cubicBezTo>
                  <a:cubicBezTo>
                    <a:pt x="103378" y="7239"/>
                    <a:pt x="107442" y="9398"/>
                    <a:pt x="111252" y="12065"/>
                  </a:cubicBezTo>
                  <a:cubicBezTo>
                    <a:pt x="115062" y="14732"/>
                    <a:pt x="118745" y="17653"/>
                    <a:pt x="122047" y="20955"/>
                  </a:cubicBezTo>
                  <a:cubicBezTo>
                    <a:pt x="125349" y="24257"/>
                    <a:pt x="128270" y="27940"/>
                    <a:pt x="130937" y="31750"/>
                  </a:cubicBezTo>
                  <a:cubicBezTo>
                    <a:pt x="133604" y="35560"/>
                    <a:pt x="135763" y="39751"/>
                    <a:pt x="137541" y="44069"/>
                  </a:cubicBezTo>
                  <a:cubicBezTo>
                    <a:pt x="139319" y="48387"/>
                    <a:pt x="140716" y="52832"/>
                    <a:pt x="141605" y="57531"/>
                  </a:cubicBezTo>
                  <a:cubicBezTo>
                    <a:pt x="142494" y="62230"/>
                    <a:pt x="143002" y="66802"/>
                    <a:pt x="143002" y="7150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49090" y="4772025"/>
            <a:ext cx="142875" cy="142875"/>
            <a:chOff x="0" y="0"/>
            <a:chExt cx="142875" cy="1428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3002" cy="142875"/>
            </a:xfrm>
            <a:custGeom>
              <a:avLst/>
              <a:gdLst/>
              <a:ahLst/>
              <a:cxnLst/>
              <a:rect r="r" b="b" t="t" l="l"/>
              <a:pathLst>
                <a:path h="142875" w="143002">
                  <a:moveTo>
                    <a:pt x="142875" y="71374"/>
                  </a:moveTo>
                  <a:cubicBezTo>
                    <a:pt x="142875" y="76073"/>
                    <a:pt x="142367" y="80772"/>
                    <a:pt x="141478" y="85344"/>
                  </a:cubicBezTo>
                  <a:cubicBezTo>
                    <a:pt x="140589" y="89916"/>
                    <a:pt x="139192" y="94361"/>
                    <a:pt x="137414" y="98806"/>
                  </a:cubicBezTo>
                  <a:cubicBezTo>
                    <a:pt x="135636" y="103251"/>
                    <a:pt x="133477" y="107315"/>
                    <a:pt x="130810" y="111125"/>
                  </a:cubicBezTo>
                  <a:cubicBezTo>
                    <a:pt x="128143" y="114935"/>
                    <a:pt x="125222" y="118618"/>
                    <a:pt x="121920" y="121920"/>
                  </a:cubicBezTo>
                  <a:cubicBezTo>
                    <a:pt x="118618" y="125222"/>
                    <a:pt x="114935" y="128143"/>
                    <a:pt x="111125" y="130810"/>
                  </a:cubicBezTo>
                  <a:cubicBezTo>
                    <a:pt x="107315" y="133477"/>
                    <a:pt x="103124" y="135636"/>
                    <a:pt x="98806" y="137414"/>
                  </a:cubicBezTo>
                  <a:cubicBezTo>
                    <a:pt x="94488" y="139192"/>
                    <a:pt x="90043" y="140589"/>
                    <a:pt x="85344" y="141478"/>
                  </a:cubicBezTo>
                  <a:cubicBezTo>
                    <a:pt x="80645" y="142367"/>
                    <a:pt x="76073" y="142875"/>
                    <a:pt x="71374" y="142875"/>
                  </a:cubicBezTo>
                  <a:cubicBezTo>
                    <a:pt x="66675" y="142875"/>
                    <a:pt x="61976" y="142367"/>
                    <a:pt x="57404" y="141478"/>
                  </a:cubicBezTo>
                  <a:cubicBezTo>
                    <a:pt x="52832" y="140589"/>
                    <a:pt x="48387" y="139192"/>
                    <a:pt x="43942" y="137414"/>
                  </a:cubicBezTo>
                  <a:cubicBezTo>
                    <a:pt x="39497" y="135636"/>
                    <a:pt x="35433" y="133477"/>
                    <a:pt x="31623" y="130810"/>
                  </a:cubicBezTo>
                  <a:cubicBezTo>
                    <a:pt x="27813" y="128143"/>
                    <a:pt x="24130" y="125222"/>
                    <a:pt x="20828" y="121920"/>
                  </a:cubicBezTo>
                  <a:cubicBezTo>
                    <a:pt x="17526" y="118618"/>
                    <a:pt x="14605" y="114935"/>
                    <a:pt x="11938" y="111125"/>
                  </a:cubicBezTo>
                  <a:cubicBezTo>
                    <a:pt x="9271" y="107315"/>
                    <a:pt x="7112" y="103124"/>
                    <a:pt x="5334" y="98806"/>
                  </a:cubicBezTo>
                  <a:cubicBezTo>
                    <a:pt x="3556" y="94488"/>
                    <a:pt x="2286" y="89916"/>
                    <a:pt x="1397" y="85344"/>
                  </a:cubicBezTo>
                  <a:cubicBezTo>
                    <a:pt x="508" y="80772"/>
                    <a:pt x="0" y="76073"/>
                    <a:pt x="0" y="71374"/>
                  </a:cubicBezTo>
                  <a:cubicBezTo>
                    <a:pt x="0" y="66675"/>
                    <a:pt x="508" y="61976"/>
                    <a:pt x="1397" y="57404"/>
                  </a:cubicBezTo>
                  <a:cubicBezTo>
                    <a:pt x="2286" y="52832"/>
                    <a:pt x="3683" y="48387"/>
                    <a:pt x="5461" y="43942"/>
                  </a:cubicBezTo>
                  <a:cubicBezTo>
                    <a:pt x="7239" y="39497"/>
                    <a:pt x="9398" y="35433"/>
                    <a:pt x="12065" y="31623"/>
                  </a:cubicBezTo>
                  <a:cubicBezTo>
                    <a:pt x="14732" y="27813"/>
                    <a:pt x="17653" y="24130"/>
                    <a:pt x="20955" y="20828"/>
                  </a:cubicBezTo>
                  <a:cubicBezTo>
                    <a:pt x="24257" y="17526"/>
                    <a:pt x="27940" y="14605"/>
                    <a:pt x="31750" y="11938"/>
                  </a:cubicBezTo>
                  <a:cubicBezTo>
                    <a:pt x="35560" y="9271"/>
                    <a:pt x="39751" y="7112"/>
                    <a:pt x="44069" y="5334"/>
                  </a:cubicBezTo>
                  <a:cubicBezTo>
                    <a:pt x="48387" y="3556"/>
                    <a:pt x="52959" y="2286"/>
                    <a:pt x="57531" y="1397"/>
                  </a:cubicBezTo>
                  <a:cubicBezTo>
                    <a:pt x="62103" y="508"/>
                    <a:pt x="66802" y="0"/>
                    <a:pt x="71501" y="0"/>
                  </a:cubicBezTo>
                  <a:cubicBezTo>
                    <a:pt x="76200" y="0"/>
                    <a:pt x="80899" y="508"/>
                    <a:pt x="85471" y="1397"/>
                  </a:cubicBezTo>
                  <a:cubicBezTo>
                    <a:pt x="90043" y="2286"/>
                    <a:pt x="94488" y="3683"/>
                    <a:pt x="98933" y="5461"/>
                  </a:cubicBezTo>
                  <a:cubicBezTo>
                    <a:pt x="103378" y="7239"/>
                    <a:pt x="107442" y="9398"/>
                    <a:pt x="111252" y="12065"/>
                  </a:cubicBezTo>
                  <a:cubicBezTo>
                    <a:pt x="115062" y="14732"/>
                    <a:pt x="118745" y="17653"/>
                    <a:pt x="122047" y="20955"/>
                  </a:cubicBezTo>
                  <a:cubicBezTo>
                    <a:pt x="125349" y="24257"/>
                    <a:pt x="128270" y="27940"/>
                    <a:pt x="130937" y="31750"/>
                  </a:cubicBezTo>
                  <a:cubicBezTo>
                    <a:pt x="133604" y="35560"/>
                    <a:pt x="135763" y="39751"/>
                    <a:pt x="137541" y="44069"/>
                  </a:cubicBezTo>
                  <a:cubicBezTo>
                    <a:pt x="139319" y="48387"/>
                    <a:pt x="140716" y="52832"/>
                    <a:pt x="141605" y="57531"/>
                  </a:cubicBezTo>
                  <a:cubicBezTo>
                    <a:pt x="142494" y="62230"/>
                    <a:pt x="143002" y="66802"/>
                    <a:pt x="143002" y="7150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49090" y="5819775"/>
            <a:ext cx="142875" cy="142875"/>
            <a:chOff x="0" y="0"/>
            <a:chExt cx="142875" cy="1428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3002" cy="142875"/>
            </a:xfrm>
            <a:custGeom>
              <a:avLst/>
              <a:gdLst/>
              <a:ahLst/>
              <a:cxnLst/>
              <a:rect r="r" b="b" t="t" l="l"/>
              <a:pathLst>
                <a:path h="142875" w="143002">
                  <a:moveTo>
                    <a:pt x="142875" y="71374"/>
                  </a:moveTo>
                  <a:cubicBezTo>
                    <a:pt x="142875" y="76073"/>
                    <a:pt x="142367" y="80772"/>
                    <a:pt x="141478" y="85344"/>
                  </a:cubicBezTo>
                  <a:cubicBezTo>
                    <a:pt x="140589" y="89916"/>
                    <a:pt x="139192" y="94361"/>
                    <a:pt x="137414" y="98806"/>
                  </a:cubicBezTo>
                  <a:cubicBezTo>
                    <a:pt x="135636" y="103251"/>
                    <a:pt x="133477" y="107315"/>
                    <a:pt x="130810" y="111125"/>
                  </a:cubicBezTo>
                  <a:cubicBezTo>
                    <a:pt x="128143" y="114935"/>
                    <a:pt x="125222" y="118618"/>
                    <a:pt x="121920" y="121920"/>
                  </a:cubicBezTo>
                  <a:cubicBezTo>
                    <a:pt x="118618" y="125222"/>
                    <a:pt x="114935" y="128143"/>
                    <a:pt x="111125" y="130810"/>
                  </a:cubicBezTo>
                  <a:cubicBezTo>
                    <a:pt x="107315" y="133477"/>
                    <a:pt x="103124" y="135636"/>
                    <a:pt x="98806" y="137414"/>
                  </a:cubicBezTo>
                  <a:cubicBezTo>
                    <a:pt x="94488" y="139192"/>
                    <a:pt x="90043" y="140589"/>
                    <a:pt x="85344" y="141478"/>
                  </a:cubicBezTo>
                  <a:cubicBezTo>
                    <a:pt x="80645" y="142367"/>
                    <a:pt x="76073" y="142875"/>
                    <a:pt x="71374" y="142875"/>
                  </a:cubicBezTo>
                  <a:cubicBezTo>
                    <a:pt x="66675" y="142875"/>
                    <a:pt x="61976" y="142367"/>
                    <a:pt x="57404" y="141478"/>
                  </a:cubicBezTo>
                  <a:cubicBezTo>
                    <a:pt x="52832" y="140589"/>
                    <a:pt x="48387" y="139192"/>
                    <a:pt x="43942" y="137414"/>
                  </a:cubicBezTo>
                  <a:cubicBezTo>
                    <a:pt x="39497" y="135636"/>
                    <a:pt x="35433" y="133477"/>
                    <a:pt x="31623" y="130810"/>
                  </a:cubicBezTo>
                  <a:cubicBezTo>
                    <a:pt x="27813" y="128143"/>
                    <a:pt x="24130" y="125222"/>
                    <a:pt x="20828" y="121920"/>
                  </a:cubicBezTo>
                  <a:cubicBezTo>
                    <a:pt x="17526" y="118618"/>
                    <a:pt x="14605" y="114935"/>
                    <a:pt x="11938" y="111125"/>
                  </a:cubicBezTo>
                  <a:cubicBezTo>
                    <a:pt x="9271" y="107315"/>
                    <a:pt x="7112" y="103124"/>
                    <a:pt x="5334" y="98806"/>
                  </a:cubicBezTo>
                  <a:cubicBezTo>
                    <a:pt x="3556" y="94488"/>
                    <a:pt x="2286" y="89916"/>
                    <a:pt x="1397" y="85344"/>
                  </a:cubicBezTo>
                  <a:cubicBezTo>
                    <a:pt x="508" y="80772"/>
                    <a:pt x="0" y="76073"/>
                    <a:pt x="0" y="71374"/>
                  </a:cubicBezTo>
                  <a:cubicBezTo>
                    <a:pt x="0" y="66675"/>
                    <a:pt x="508" y="61976"/>
                    <a:pt x="1397" y="57404"/>
                  </a:cubicBezTo>
                  <a:cubicBezTo>
                    <a:pt x="2286" y="52832"/>
                    <a:pt x="3683" y="48387"/>
                    <a:pt x="5461" y="43942"/>
                  </a:cubicBezTo>
                  <a:cubicBezTo>
                    <a:pt x="7239" y="39497"/>
                    <a:pt x="9398" y="35433"/>
                    <a:pt x="12065" y="31623"/>
                  </a:cubicBezTo>
                  <a:cubicBezTo>
                    <a:pt x="14732" y="27813"/>
                    <a:pt x="17653" y="24130"/>
                    <a:pt x="20955" y="20828"/>
                  </a:cubicBezTo>
                  <a:cubicBezTo>
                    <a:pt x="24257" y="17526"/>
                    <a:pt x="27940" y="14605"/>
                    <a:pt x="31750" y="11938"/>
                  </a:cubicBezTo>
                  <a:cubicBezTo>
                    <a:pt x="35560" y="9271"/>
                    <a:pt x="39751" y="7112"/>
                    <a:pt x="44069" y="5334"/>
                  </a:cubicBezTo>
                  <a:cubicBezTo>
                    <a:pt x="48387" y="3556"/>
                    <a:pt x="52959" y="2286"/>
                    <a:pt x="57531" y="1397"/>
                  </a:cubicBezTo>
                  <a:cubicBezTo>
                    <a:pt x="62103" y="508"/>
                    <a:pt x="66802" y="0"/>
                    <a:pt x="71501" y="0"/>
                  </a:cubicBezTo>
                  <a:cubicBezTo>
                    <a:pt x="76200" y="0"/>
                    <a:pt x="80899" y="508"/>
                    <a:pt x="85471" y="1397"/>
                  </a:cubicBezTo>
                  <a:cubicBezTo>
                    <a:pt x="90043" y="2286"/>
                    <a:pt x="94488" y="3683"/>
                    <a:pt x="98933" y="5461"/>
                  </a:cubicBezTo>
                  <a:cubicBezTo>
                    <a:pt x="103378" y="7239"/>
                    <a:pt x="107442" y="9398"/>
                    <a:pt x="111252" y="12065"/>
                  </a:cubicBezTo>
                  <a:cubicBezTo>
                    <a:pt x="115062" y="14732"/>
                    <a:pt x="118745" y="17653"/>
                    <a:pt x="122047" y="20955"/>
                  </a:cubicBezTo>
                  <a:cubicBezTo>
                    <a:pt x="125349" y="24257"/>
                    <a:pt x="128270" y="27940"/>
                    <a:pt x="130937" y="31750"/>
                  </a:cubicBezTo>
                  <a:cubicBezTo>
                    <a:pt x="133604" y="35560"/>
                    <a:pt x="135763" y="39751"/>
                    <a:pt x="137541" y="44069"/>
                  </a:cubicBezTo>
                  <a:cubicBezTo>
                    <a:pt x="139319" y="48387"/>
                    <a:pt x="140716" y="52832"/>
                    <a:pt x="141605" y="57531"/>
                  </a:cubicBezTo>
                  <a:cubicBezTo>
                    <a:pt x="142494" y="62230"/>
                    <a:pt x="143002" y="66802"/>
                    <a:pt x="143002" y="7150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49090" y="6867525"/>
            <a:ext cx="142875" cy="142875"/>
            <a:chOff x="0" y="0"/>
            <a:chExt cx="142875" cy="1428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3002" cy="142875"/>
            </a:xfrm>
            <a:custGeom>
              <a:avLst/>
              <a:gdLst/>
              <a:ahLst/>
              <a:cxnLst/>
              <a:rect r="r" b="b" t="t" l="l"/>
              <a:pathLst>
                <a:path h="142875" w="143002">
                  <a:moveTo>
                    <a:pt x="142875" y="71374"/>
                  </a:moveTo>
                  <a:cubicBezTo>
                    <a:pt x="142875" y="76073"/>
                    <a:pt x="142367" y="80772"/>
                    <a:pt x="141478" y="85344"/>
                  </a:cubicBezTo>
                  <a:cubicBezTo>
                    <a:pt x="140589" y="89916"/>
                    <a:pt x="139192" y="94361"/>
                    <a:pt x="137414" y="98806"/>
                  </a:cubicBezTo>
                  <a:cubicBezTo>
                    <a:pt x="135636" y="103251"/>
                    <a:pt x="133477" y="107315"/>
                    <a:pt x="130810" y="111125"/>
                  </a:cubicBezTo>
                  <a:cubicBezTo>
                    <a:pt x="128143" y="114935"/>
                    <a:pt x="125222" y="118618"/>
                    <a:pt x="121920" y="121920"/>
                  </a:cubicBezTo>
                  <a:cubicBezTo>
                    <a:pt x="118618" y="125222"/>
                    <a:pt x="114935" y="128143"/>
                    <a:pt x="111125" y="130810"/>
                  </a:cubicBezTo>
                  <a:cubicBezTo>
                    <a:pt x="107315" y="133477"/>
                    <a:pt x="103124" y="135636"/>
                    <a:pt x="98806" y="137414"/>
                  </a:cubicBezTo>
                  <a:cubicBezTo>
                    <a:pt x="94488" y="139192"/>
                    <a:pt x="90043" y="140589"/>
                    <a:pt x="85344" y="141478"/>
                  </a:cubicBezTo>
                  <a:cubicBezTo>
                    <a:pt x="80645" y="142367"/>
                    <a:pt x="76073" y="142875"/>
                    <a:pt x="71374" y="142875"/>
                  </a:cubicBezTo>
                  <a:cubicBezTo>
                    <a:pt x="66675" y="142875"/>
                    <a:pt x="61976" y="142367"/>
                    <a:pt x="57404" y="141478"/>
                  </a:cubicBezTo>
                  <a:cubicBezTo>
                    <a:pt x="52832" y="140589"/>
                    <a:pt x="48387" y="139192"/>
                    <a:pt x="43942" y="137414"/>
                  </a:cubicBezTo>
                  <a:cubicBezTo>
                    <a:pt x="39497" y="135636"/>
                    <a:pt x="35433" y="133477"/>
                    <a:pt x="31623" y="130810"/>
                  </a:cubicBezTo>
                  <a:cubicBezTo>
                    <a:pt x="27813" y="128143"/>
                    <a:pt x="24130" y="125222"/>
                    <a:pt x="20828" y="121920"/>
                  </a:cubicBezTo>
                  <a:cubicBezTo>
                    <a:pt x="17526" y="118618"/>
                    <a:pt x="14605" y="114935"/>
                    <a:pt x="11938" y="111125"/>
                  </a:cubicBezTo>
                  <a:cubicBezTo>
                    <a:pt x="9271" y="107315"/>
                    <a:pt x="7112" y="103124"/>
                    <a:pt x="5334" y="98806"/>
                  </a:cubicBezTo>
                  <a:cubicBezTo>
                    <a:pt x="3556" y="94488"/>
                    <a:pt x="2286" y="89916"/>
                    <a:pt x="1397" y="85344"/>
                  </a:cubicBezTo>
                  <a:cubicBezTo>
                    <a:pt x="508" y="80772"/>
                    <a:pt x="0" y="76073"/>
                    <a:pt x="0" y="71374"/>
                  </a:cubicBezTo>
                  <a:cubicBezTo>
                    <a:pt x="0" y="66675"/>
                    <a:pt x="508" y="61976"/>
                    <a:pt x="1397" y="57404"/>
                  </a:cubicBezTo>
                  <a:cubicBezTo>
                    <a:pt x="2286" y="52832"/>
                    <a:pt x="3683" y="48387"/>
                    <a:pt x="5461" y="43942"/>
                  </a:cubicBezTo>
                  <a:cubicBezTo>
                    <a:pt x="7239" y="39497"/>
                    <a:pt x="9398" y="35433"/>
                    <a:pt x="12065" y="31623"/>
                  </a:cubicBezTo>
                  <a:cubicBezTo>
                    <a:pt x="14732" y="27813"/>
                    <a:pt x="17653" y="24130"/>
                    <a:pt x="20955" y="20828"/>
                  </a:cubicBezTo>
                  <a:cubicBezTo>
                    <a:pt x="24257" y="17526"/>
                    <a:pt x="27940" y="14605"/>
                    <a:pt x="31750" y="11938"/>
                  </a:cubicBezTo>
                  <a:cubicBezTo>
                    <a:pt x="35560" y="9271"/>
                    <a:pt x="39751" y="7112"/>
                    <a:pt x="44069" y="5334"/>
                  </a:cubicBezTo>
                  <a:cubicBezTo>
                    <a:pt x="48387" y="3556"/>
                    <a:pt x="52959" y="2286"/>
                    <a:pt x="57531" y="1397"/>
                  </a:cubicBezTo>
                  <a:cubicBezTo>
                    <a:pt x="62103" y="508"/>
                    <a:pt x="66802" y="0"/>
                    <a:pt x="71501" y="0"/>
                  </a:cubicBezTo>
                  <a:cubicBezTo>
                    <a:pt x="76200" y="0"/>
                    <a:pt x="80899" y="508"/>
                    <a:pt x="85471" y="1397"/>
                  </a:cubicBezTo>
                  <a:cubicBezTo>
                    <a:pt x="90043" y="2286"/>
                    <a:pt x="94488" y="3683"/>
                    <a:pt x="98933" y="5461"/>
                  </a:cubicBezTo>
                  <a:cubicBezTo>
                    <a:pt x="103378" y="7239"/>
                    <a:pt x="107442" y="9398"/>
                    <a:pt x="111252" y="12065"/>
                  </a:cubicBezTo>
                  <a:cubicBezTo>
                    <a:pt x="115062" y="14732"/>
                    <a:pt x="118745" y="17653"/>
                    <a:pt x="122047" y="20955"/>
                  </a:cubicBezTo>
                  <a:cubicBezTo>
                    <a:pt x="125349" y="24257"/>
                    <a:pt x="128270" y="27940"/>
                    <a:pt x="130937" y="31750"/>
                  </a:cubicBezTo>
                  <a:cubicBezTo>
                    <a:pt x="133604" y="35560"/>
                    <a:pt x="135763" y="39751"/>
                    <a:pt x="137541" y="44069"/>
                  </a:cubicBezTo>
                  <a:cubicBezTo>
                    <a:pt x="139319" y="48387"/>
                    <a:pt x="140716" y="52832"/>
                    <a:pt x="141605" y="57531"/>
                  </a:cubicBezTo>
                  <a:cubicBezTo>
                    <a:pt x="142494" y="62230"/>
                    <a:pt x="143002" y="66802"/>
                    <a:pt x="143002" y="7150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49090" y="7915275"/>
            <a:ext cx="142875" cy="142875"/>
            <a:chOff x="0" y="0"/>
            <a:chExt cx="142875" cy="1428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3002" cy="142875"/>
            </a:xfrm>
            <a:custGeom>
              <a:avLst/>
              <a:gdLst/>
              <a:ahLst/>
              <a:cxnLst/>
              <a:rect r="r" b="b" t="t" l="l"/>
              <a:pathLst>
                <a:path h="142875" w="143002">
                  <a:moveTo>
                    <a:pt x="142875" y="71374"/>
                  </a:moveTo>
                  <a:cubicBezTo>
                    <a:pt x="142875" y="76073"/>
                    <a:pt x="142367" y="80772"/>
                    <a:pt x="141478" y="85344"/>
                  </a:cubicBezTo>
                  <a:cubicBezTo>
                    <a:pt x="140589" y="89916"/>
                    <a:pt x="139192" y="94361"/>
                    <a:pt x="137414" y="98806"/>
                  </a:cubicBezTo>
                  <a:cubicBezTo>
                    <a:pt x="135636" y="103251"/>
                    <a:pt x="133477" y="107315"/>
                    <a:pt x="130810" y="111125"/>
                  </a:cubicBezTo>
                  <a:cubicBezTo>
                    <a:pt x="128143" y="114935"/>
                    <a:pt x="125222" y="118618"/>
                    <a:pt x="121920" y="121920"/>
                  </a:cubicBezTo>
                  <a:cubicBezTo>
                    <a:pt x="118618" y="125222"/>
                    <a:pt x="114935" y="128143"/>
                    <a:pt x="111125" y="130810"/>
                  </a:cubicBezTo>
                  <a:cubicBezTo>
                    <a:pt x="107315" y="133477"/>
                    <a:pt x="103124" y="135636"/>
                    <a:pt x="98806" y="137414"/>
                  </a:cubicBezTo>
                  <a:cubicBezTo>
                    <a:pt x="94488" y="139192"/>
                    <a:pt x="90043" y="140589"/>
                    <a:pt x="85344" y="141478"/>
                  </a:cubicBezTo>
                  <a:cubicBezTo>
                    <a:pt x="80645" y="142367"/>
                    <a:pt x="76073" y="142875"/>
                    <a:pt x="71374" y="142875"/>
                  </a:cubicBezTo>
                  <a:cubicBezTo>
                    <a:pt x="66675" y="142875"/>
                    <a:pt x="61976" y="142367"/>
                    <a:pt x="57404" y="141478"/>
                  </a:cubicBezTo>
                  <a:cubicBezTo>
                    <a:pt x="52832" y="140589"/>
                    <a:pt x="48387" y="139192"/>
                    <a:pt x="43942" y="137414"/>
                  </a:cubicBezTo>
                  <a:cubicBezTo>
                    <a:pt x="39497" y="135636"/>
                    <a:pt x="35433" y="133477"/>
                    <a:pt x="31623" y="130810"/>
                  </a:cubicBezTo>
                  <a:cubicBezTo>
                    <a:pt x="27813" y="128143"/>
                    <a:pt x="24130" y="125222"/>
                    <a:pt x="20828" y="121920"/>
                  </a:cubicBezTo>
                  <a:cubicBezTo>
                    <a:pt x="17526" y="118618"/>
                    <a:pt x="14605" y="114935"/>
                    <a:pt x="11938" y="111125"/>
                  </a:cubicBezTo>
                  <a:cubicBezTo>
                    <a:pt x="9271" y="107315"/>
                    <a:pt x="7112" y="103124"/>
                    <a:pt x="5334" y="98806"/>
                  </a:cubicBezTo>
                  <a:cubicBezTo>
                    <a:pt x="3556" y="94488"/>
                    <a:pt x="2286" y="89916"/>
                    <a:pt x="1397" y="85344"/>
                  </a:cubicBezTo>
                  <a:cubicBezTo>
                    <a:pt x="508" y="80772"/>
                    <a:pt x="0" y="76073"/>
                    <a:pt x="0" y="71374"/>
                  </a:cubicBezTo>
                  <a:cubicBezTo>
                    <a:pt x="0" y="66675"/>
                    <a:pt x="508" y="61976"/>
                    <a:pt x="1397" y="57404"/>
                  </a:cubicBezTo>
                  <a:cubicBezTo>
                    <a:pt x="2286" y="52832"/>
                    <a:pt x="3683" y="48387"/>
                    <a:pt x="5461" y="43942"/>
                  </a:cubicBezTo>
                  <a:cubicBezTo>
                    <a:pt x="7239" y="39497"/>
                    <a:pt x="9398" y="35433"/>
                    <a:pt x="12065" y="31623"/>
                  </a:cubicBezTo>
                  <a:cubicBezTo>
                    <a:pt x="14732" y="27813"/>
                    <a:pt x="17653" y="24130"/>
                    <a:pt x="20955" y="20828"/>
                  </a:cubicBezTo>
                  <a:cubicBezTo>
                    <a:pt x="24257" y="17526"/>
                    <a:pt x="27940" y="14605"/>
                    <a:pt x="31750" y="11938"/>
                  </a:cubicBezTo>
                  <a:cubicBezTo>
                    <a:pt x="35560" y="9271"/>
                    <a:pt x="39751" y="7112"/>
                    <a:pt x="44069" y="5334"/>
                  </a:cubicBezTo>
                  <a:cubicBezTo>
                    <a:pt x="48387" y="3556"/>
                    <a:pt x="52959" y="2286"/>
                    <a:pt x="57531" y="1397"/>
                  </a:cubicBezTo>
                  <a:cubicBezTo>
                    <a:pt x="62103" y="508"/>
                    <a:pt x="66802" y="0"/>
                    <a:pt x="71501" y="0"/>
                  </a:cubicBezTo>
                  <a:cubicBezTo>
                    <a:pt x="76200" y="0"/>
                    <a:pt x="80899" y="508"/>
                    <a:pt x="85471" y="1397"/>
                  </a:cubicBezTo>
                  <a:cubicBezTo>
                    <a:pt x="90043" y="2286"/>
                    <a:pt x="94488" y="3683"/>
                    <a:pt x="98933" y="5461"/>
                  </a:cubicBezTo>
                  <a:cubicBezTo>
                    <a:pt x="103378" y="7239"/>
                    <a:pt x="107442" y="9398"/>
                    <a:pt x="111252" y="12065"/>
                  </a:cubicBezTo>
                  <a:cubicBezTo>
                    <a:pt x="115062" y="14732"/>
                    <a:pt x="118745" y="17653"/>
                    <a:pt x="122047" y="20955"/>
                  </a:cubicBezTo>
                  <a:cubicBezTo>
                    <a:pt x="125349" y="24257"/>
                    <a:pt x="128270" y="27940"/>
                    <a:pt x="130937" y="31750"/>
                  </a:cubicBezTo>
                  <a:cubicBezTo>
                    <a:pt x="133604" y="35560"/>
                    <a:pt x="135763" y="39751"/>
                    <a:pt x="137541" y="44069"/>
                  </a:cubicBezTo>
                  <a:cubicBezTo>
                    <a:pt x="139319" y="48387"/>
                    <a:pt x="140716" y="52832"/>
                    <a:pt x="141605" y="57531"/>
                  </a:cubicBezTo>
                  <a:cubicBezTo>
                    <a:pt x="142494" y="62230"/>
                    <a:pt x="143002" y="66802"/>
                    <a:pt x="143002" y="7150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49090" y="8963025"/>
            <a:ext cx="142875" cy="142875"/>
            <a:chOff x="0" y="0"/>
            <a:chExt cx="142875" cy="14287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3002" cy="142875"/>
            </a:xfrm>
            <a:custGeom>
              <a:avLst/>
              <a:gdLst/>
              <a:ahLst/>
              <a:cxnLst/>
              <a:rect r="r" b="b" t="t" l="l"/>
              <a:pathLst>
                <a:path h="142875" w="143002">
                  <a:moveTo>
                    <a:pt x="142875" y="71374"/>
                  </a:moveTo>
                  <a:cubicBezTo>
                    <a:pt x="142875" y="76073"/>
                    <a:pt x="142367" y="80772"/>
                    <a:pt x="141478" y="85344"/>
                  </a:cubicBezTo>
                  <a:cubicBezTo>
                    <a:pt x="140589" y="89916"/>
                    <a:pt x="139192" y="94361"/>
                    <a:pt x="137414" y="98806"/>
                  </a:cubicBezTo>
                  <a:cubicBezTo>
                    <a:pt x="135636" y="103251"/>
                    <a:pt x="133477" y="107315"/>
                    <a:pt x="130810" y="111125"/>
                  </a:cubicBezTo>
                  <a:cubicBezTo>
                    <a:pt x="128143" y="114935"/>
                    <a:pt x="125222" y="118618"/>
                    <a:pt x="121920" y="121920"/>
                  </a:cubicBezTo>
                  <a:cubicBezTo>
                    <a:pt x="118618" y="125222"/>
                    <a:pt x="114935" y="128143"/>
                    <a:pt x="111125" y="130810"/>
                  </a:cubicBezTo>
                  <a:cubicBezTo>
                    <a:pt x="107315" y="133477"/>
                    <a:pt x="103124" y="135636"/>
                    <a:pt x="98806" y="137414"/>
                  </a:cubicBezTo>
                  <a:cubicBezTo>
                    <a:pt x="94488" y="139192"/>
                    <a:pt x="90043" y="140589"/>
                    <a:pt x="85344" y="141478"/>
                  </a:cubicBezTo>
                  <a:cubicBezTo>
                    <a:pt x="80645" y="142367"/>
                    <a:pt x="76073" y="142875"/>
                    <a:pt x="71374" y="142875"/>
                  </a:cubicBezTo>
                  <a:cubicBezTo>
                    <a:pt x="66675" y="142875"/>
                    <a:pt x="61976" y="142367"/>
                    <a:pt x="57404" y="141478"/>
                  </a:cubicBezTo>
                  <a:cubicBezTo>
                    <a:pt x="52832" y="140589"/>
                    <a:pt x="48387" y="139192"/>
                    <a:pt x="43942" y="137414"/>
                  </a:cubicBezTo>
                  <a:cubicBezTo>
                    <a:pt x="39497" y="135636"/>
                    <a:pt x="35433" y="133477"/>
                    <a:pt x="31623" y="130810"/>
                  </a:cubicBezTo>
                  <a:cubicBezTo>
                    <a:pt x="27813" y="128143"/>
                    <a:pt x="24130" y="125222"/>
                    <a:pt x="20828" y="121920"/>
                  </a:cubicBezTo>
                  <a:cubicBezTo>
                    <a:pt x="17526" y="118618"/>
                    <a:pt x="14605" y="114935"/>
                    <a:pt x="11938" y="111125"/>
                  </a:cubicBezTo>
                  <a:cubicBezTo>
                    <a:pt x="9271" y="107315"/>
                    <a:pt x="7112" y="103124"/>
                    <a:pt x="5334" y="98806"/>
                  </a:cubicBezTo>
                  <a:cubicBezTo>
                    <a:pt x="3556" y="94488"/>
                    <a:pt x="2286" y="89916"/>
                    <a:pt x="1397" y="85344"/>
                  </a:cubicBezTo>
                  <a:cubicBezTo>
                    <a:pt x="508" y="80772"/>
                    <a:pt x="0" y="76073"/>
                    <a:pt x="0" y="71374"/>
                  </a:cubicBezTo>
                  <a:cubicBezTo>
                    <a:pt x="0" y="66675"/>
                    <a:pt x="508" y="61976"/>
                    <a:pt x="1397" y="57404"/>
                  </a:cubicBezTo>
                  <a:cubicBezTo>
                    <a:pt x="2286" y="52832"/>
                    <a:pt x="3683" y="48387"/>
                    <a:pt x="5461" y="43942"/>
                  </a:cubicBezTo>
                  <a:cubicBezTo>
                    <a:pt x="7239" y="39497"/>
                    <a:pt x="9398" y="35433"/>
                    <a:pt x="12065" y="31623"/>
                  </a:cubicBezTo>
                  <a:cubicBezTo>
                    <a:pt x="14732" y="27813"/>
                    <a:pt x="17653" y="24130"/>
                    <a:pt x="20955" y="20828"/>
                  </a:cubicBezTo>
                  <a:cubicBezTo>
                    <a:pt x="24257" y="17526"/>
                    <a:pt x="27940" y="14605"/>
                    <a:pt x="31750" y="11938"/>
                  </a:cubicBezTo>
                  <a:cubicBezTo>
                    <a:pt x="35560" y="9271"/>
                    <a:pt x="39751" y="7112"/>
                    <a:pt x="44069" y="5334"/>
                  </a:cubicBezTo>
                  <a:cubicBezTo>
                    <a:pt x="48387" y="3556"/>
                    <a:pt x="52959" y="2286"/>
                    <a:pt x="57531" y="1397"/>
                  </a:cubicBezTo>
                  <a:cubicBezTo>
                    <a:pt x="62103" y="508"/>
                    <a:pt x="66802" y="0"/>
                    <a:pt x="71501" y="0"/>
                  </a:cubicBezTo>
                  <a:cubicBezTo>
                    <a:pt x="76200" y="0"/>
                    <a:pt x="80899" y="508"/>
                    <a:pt x="85471" y="1397"/>
                  </a:cubicBezTo>
                  <a:cubicBezTo>
                    <a:pt x="90043" y="2286"/>
                    <a:pt x="94488" y="3683"/>
                    <a:pt x="98933" y="5461"/>
                  </a:cubicBezTo>
                  <a:cubicBezTo>
                    <a:pt x="103378" y="7239"/>
                    <a:pt x="107442" y="9398"/>
                    <a:pt x="111252" y="12065"/>
                  </a:cubicBezTo>
                  <a:cubicBezTo>
                    <a:pt x="115062" y="14732"/>
                    <a:pt x="118745" y="17653"/>
                    <a:pt x="122047" y="20955"/>
                  </a:cubicBezTo>
                  <a:cubicBezTo>
                    <a:pt x="125349" y="24257"/>
                    <a:pt x="128270" y="27940"/>
                    <a:pt x="130937" y="31750"/>
                  </a:cubicBezTo>
                  <a:cubicBezTo>
                    <a:pt x="133604" y="35560"/>
                    <a:pt x="135763" y="39751"/>
                    <a:pt x="137541" y="44069"/>
                  </a:cubicBezTo>
                  <a:cubicBezTo>
                    <a:pt x="139319" y="48387"/>
                    <a:pt x="140716" y="52832"/>
                    <a:pt x="141605" y="57531"/>
                  </a:cubicBezTo>
                  <a:cubicBezTo>
                    <a:pt x="142494" y="62230"/>
                    <a:pt x="143002" y="66802"/>
                    <a:pt x="143002" y="7150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49090" y="10010775"/>
            <a:ext cx="142875" cy="142875"/>
            <a:chOff x="0" y="0"/>
            <a:chExt cx="142875" cy="14287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3002" cy="142875"/>
            </a:xfrm>
            <a:custGeom>
              <a:avLst/>
              <a:gdLst/>
              <a:ahLst/>
              <a:cxnLst/>
              <a:rect r="r" b="b" t="t" l="l"/>
              <a:pathLst>
                <a:path h="142875" w="143002">
                  <a:moveTo>
                    <a:pt x="142875" y="71374"/>
                  </a:moveTo>
                  <a:cubicBezTo>
                    <a:pt x="142875" y="76073"/>
                    <a:pt x="142367" y="80772"/>
                    <a:pt x="141478" y="85344"/>
                  </a:cubicBezTo>
                  <a:cubicBezTo>
                    <a:pt x="140589" y="89916"/>
                    <a:pt x="139192" y="94361"/>
                    <a:pt x="137414" y="98806"/>
                  </a:cubicBezTo>
                  <a:cubicBezTo>
                    <a:pt x="135636" y="103251"/>
                    <a:pt x="133477" y="107315"/>
                    <a:pt x="130810" y="111125"/>
                  </a:cubicBezTo>
                  <a:cubicBezTo>
                    <a:pt x="128143" y="114935"/>
                    <a:pt x="125222" y="118618"/>
                    <a:pt x="121920" y="121920"/>
                  </a:cubicBezTo>
                  <a:cubicBezTo>
                    <a:pt x="118618" y="125222"/>
                    <a:pt x="114935" y="128143"/>
                    <a:pt x="111125" y="130810"/>
                  </a:cubicBezTo>
                  <a:cubicBezTo>
                    <a:pt x="107315" y="133477"/>
                    <a:pt x="103124" y="135636"/>
                    <a:pt x="98806" y="137414"/>
                  </a:cubicBezTo>
                  <a:cubicBezTo>
                    <a:pt x="94488" y="139192"/>
                    <a:pt x="90043" y="140589"/>
                    <a:pt x="85344" y="141478"/>
                  </a:cubicBezTo>
                  <a:cubicBezTo>
                    <a:pt x="80645" y="142367"/>
                    <a:pt x="76073" y="142875"/>
                    <a:pt x="71374" y="142875"/>
                  </a:cubicBezTo>
                  <a:cubicBezTo>
                    <a:pt x="66675" y="142875"/>
                    <a:pt x="61976" y="142367"/>
                    <a:pt x="57404" y="141478"/>
                  </a:cubicBezTo>
                  <a:cubicBezTo>
                    <a:pt x="52832" y="140589"/>
                    <a:pt x="48387" y="139192"/>
                    <a:pt x="43942" y="137414"/>
                  </a:cubicBezTo>
                  <a:cubicBezTo>
                    <a:pt x="39497" y="135636"/>
                    <a:pt x="35433" y="133477"/>
                    <a:pt x="31623" y="130810"/>
                  </a:cubicBezTo>
                  <a:cubicBezTo>
                    <a:pt x="27813" y="128143"/>
                    <a:pt x="24130" y="125222"/>
                    <a:pt x="20828" y="121920"/>
                  </a:cubicBezTo>
                  <a:cubicBezTo>
                    <a:pt x="17526" y="118618"/>
                    <a:pt x="14605" y="114935"/>
                    <a:pt x="11938" y="111125"/>
                  </a:cubicBezTo>
                  <a:cubicBezTo>
                    <a:pt x="9271" y="107315"/>
                    <a:pt x="7112" y="103124"/>
                    <a:pt x="5334" y="98806"/>
                  </a:cubicBezTo>
                  <a:cubicBezTo>
                    <a:pt x="3556" y="94488"/>
                    <a:pt x="2286" y="89916"/>
                    <a:pt x="1397" y="85344"/>
                  </a:cubicBezTo>
                  <a:cubicBezTo>
                    <a:pt x="508" y="80772"/>
                    <a:pt x="0" y="76073"/>
                    <a:pt x="0" y="71374"/>
                  </a:cubicBezTo>
                  <a:cubicBezTo>
                    <a:pt x="0" y="66675"/>
                    <a:pt x="508" y="61976"/>
                    <a:pt x="1397" y="57404"/>
                  </a:cubicBezTo>
                  <a:cubicBezTo>
                    <a:pt x="2286" y="52832"/>
                    <a:pt x="3683" y="48387"/>
                    <a:pt x="5461" y="43942"/>
                  </a:cubicBezTo>
                  <a:cubicBezTo>
                    <a:pt x="7239" y="39497"/>
                    <a:pt x="9398" y="35433"/>
                    <a:pt x="12065" y="31623"/>
                  </a:cubicBezTo>
                  <a:cubicBezTo>
                    <a:pt x="14732" y="27813"/>
                    <a:pt x="17653" y="24130"/>
                    <a:pt x="20955" y="20828"/>
                  </a:cubicBezTo>
                  <a:cubicBezTo>
                    <a:pt x="24257" y="17526"/>
                    <a:pt x="27940" y="14605"/>
                    <a:pt x="31750" y="11938"/>
                  </a:cubicBezTo>
                  <a:cubicBezTo>
                    <a:pt x="35560" y="9271"/>
                    <a:pt x="39751" y="7112"/>
                    <a:pt x="44069" y="5334"/>
                  </a:cubicBezTo>
                  <a:cubicBezTo>
                    <a:pt x="48387" y="3556"/>
                    <a:pt x="52959" y="2286"/>
                    <a:pt x="57531" y="1397"/>
                  </a:cubicBezTo>
                  <a:cubicBezTo>
                    <a:pt x="62103" y="508"/>
                    <a:pt x="66802" y="0"/>
                    <a:pt x="71501" y="0"/>
                  </a:cubicBezTo>
                  <a:cubicBezTo>
                    <a:pt x="76200" y="0"/>
                    <a:pt x="80899" y="508"/>
                    <a:pt x="85471" y="1397"/>
                  </a:cubicBezTo>
                  <a:cubicBezTo>
                    <a:pt x="90043" y="2286"/>
                    <a:pt x="94488" y="3683"/>
                    <a:pt x="98933" y="5461"/>
                  </a:cubicBezTo>
                  <a:cubicBezTo>
                    <a:pt x="103378" y="7239"/>
                    <a:pt x="107442" y="9398"/>
                    <a:pt x="111252" y="12065"/>
                  </a:cubicBezTo>
                  <a:cubicBezTo>
                    <a:pt x="115062" y="14732"/>
                    <a:pt x="118745" y="17653"/>
                    <a:pt x="122047" y="20955"/>
                  </a:cubicBezTo>
                  <a:cubicBezTo>
                    <a:pt x="125349" y="24257"/>
                    <a:pt x="128270" y="27940"/>
                    <a:pt x="130937" y="31750"/>
                  </a:cubicBezTo>
                  <a:cubicBezTo>
                    <a:pt x="133604" y="35560"/>
                    <a:pt x="135763" y="39751"/>
                    <a:pt x="137541" y="44069"/>
                  </a:cubicBezTo>
                  <a:cubicBezTo>
                    <a:pt x="139319" y="48387"/>
                    <a:pt x="140716" y="52832"/>
                    <a:pt x="141605" y="57531"/>
                  </a:cubicBezTo>
                  <a:cubicBezTo>
                    <a:pt x="142494" y="62230"/>
                    <a:pt x="143002" y="66802"/>
                    <a:pt x="143002" y="7150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653815" y="226409"/>
            <a:ext cx="2364029" cy="1075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</a:pPr>
            <a:r>
              <a:rPr lang="en-US" sz="60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신상품</a:t>
            </a:r>
            <a:r>
              <a:rPr lang="en-US" b="true" sz="60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971486" y="460562"/>
            <a:ext cx="7099259" cy="104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</a:pPr>
            <a:r>
              <a:rPr lang="en-US" b="true" sz="60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(PRODUCT.HTML)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53815" y="1379296"/>
            <a:ext cx="3150118" cy="816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5"/>
              </a:lnSpc>
            </a:pPr>
            <a:r>
              <a:rPr lang="en-US" b="true" sz="399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구현</a:t>
            </a:r>
            <a:r>
              <a:rPr lang="en-US" b="true" sz="399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b="true" sz="399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영역</a:t>
            </a:r>
            <a:r>
              <a:rPr lang="en-US" b="true" sz="399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b="true" sz="399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목록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352523" y="2203047"/>
            <a:ext cx="108785" cy="731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93"/>
              </a:lnSpc>
            </a:pPr>
            <a:r>
              <a:rPr lang="en-US" sz="299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01372" y="2079222"/>
            <a:ext cx="3647389" cy="855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98"/>
              </a:lnSpc>
            </a:pPr>
            <a:r>
              <a:rPr lang="en-US" sz="299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신상품</a:t>
            </a:r>
            <a:r>
              <a:rPr lang="en-US" sz="299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299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카테고리</a:t>
            </a:r>
            <a:r>
              <a:rPr lang="en-US" sz="299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299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3가지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01372" y="3126972"/>
            <a:ext cx="4589155" cy="7141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98"/>
              </a:lnSpc>
            </a:pPr>
            <a:r>
              <a:rPr lang="en-US" sz="299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제목 영역 필터 버튼 / ..순 (옵션) 왼쪽 필터 패널 ..개 상품 / 정렬 아이콘 버튼 상품 리스트 더보기 및 모두보기 버튼 전체 반응형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3923" y="582959"/>
            <a:ext cx="7667625" cy="1571625"/>
            <a:chOff x="0" y="0"/>
            <a:chExt cx="10223500" cy="2095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235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10223500">
                  <a:moveTo>
                    <a:pt x="0" y="0"/>
                  </a:moveTo>
                  <a:lnTo>
                    <a:pt x="10223500" y="0"/>
                  </a:lnTo>
                  <a:lnTo>
                    <a:pt x="10223500" y="2095500"/>
                  </a:lnTo>
                  <a:lnTo>
                    <a:pt x="0" y="2095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25" r="0" b="-232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99344" y="3720170"/>
            <a:ext cx="6086475" cy="5295900"/>
            <a:chOff x="0" y="0"/>
            <a:chExt cx="8115300" cy="7061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15300" cy="7061200"/>
            </a:xfrm>
            <a:custGeom>
              <a:avLst/>
              <a:gdLst/>
              <a:ahLst/>
              <a:cxnLst/>
              <a:rect r="r" b="b" t="t" l="l"/>
              <a:pathLst>
                <a:path h="7061200" w="8115300">
                  <a:moveTo>
                    <a:pt x="0" y="0"/>
                  </a:moveTo>
                  <a:lnTo>
                    <a:pt x="8115300" y="0"/>
                  </a:lnTo>
                  <a:lnTo>
                    <a:pt x="8115300" y="7061200"/>
                  </a:lnTo>
                  <a:lnTo>
                    <a:pt x="0" y="706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207329" y="3479178"/>
            <a:ext cx="4343400" cy="5781675"/>
            <a:chOff x="0" y="0"/>
            <a:chExt cx="5791200" cy="7708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91200" cy="7708900"/>
            </a:xfrm>
            <a:custGeom>
              <a:avLst/>
              <a:gdLst/>
              <a:ahLst/>
              <a:cxnLst/>
              <a:rect r="r" b="b" t="t" l="l"/>
              <a:pathLst>
                <a:path h="770890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7708900"/>
                  </a:lnTo>
                  <a:lnTo>
                    <a:pt x="0" y="770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0261" y="2888628"/>
            <a:ext cx="142875" cy="142875"/>
            <a:chOff x="0" y="0"/>
            <a:chExt cx="142875" cy="1428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2875" cy="142875"/>
            </a:xfrm>
            <a:custGeom>
              <a:avLst/>
              <a:gdLst/>
              <a:ahLst/>
              <a:cxnLst/>
              <a:rect r="r" b="b" t="t" l="l"/>
              <a:pathLst>
                <a:path h="142875" w="142875">
                  <a:moveTo>
                    <a:pt x="142875" y="71374"/>
                  </a:moveTo>
                  <a:cubicBezTo>
                    <a:pt x="142875" y="76073"/>
                    <a:pt x="142367" y="80772"/>
                    <a:pt x="141478" y="85344"/>
                  </a:cubicBezTo>
                  <a:cubicBezTo>
                    <a:pt x="140589" y="89916"/>
                    <a:pt x="139192" y="94361"/>
                    <a:pt x="137414" y="98806"/>
                  </a:cubicBezTo>
                  <a:cubicBezTo>
                    <a:pt x="135636" y="103251"/>
                    <a:pt x="133477" y="107315"/>
                    <a:pt x="130810" y="111125"/>
                  </a:cubicBezTo>
                  <a:cubicBezTo>
                    <a:pt x="128143" y="114935"/>
                    <a:pt x="125222" y="118618"/>
                    <a:pt x="121920" y="121920"/>
                  </a:cubicBezTo>
                  <a:cubicBezTo>
                    <a:pt x="118618" y="125222"/>
                    <a:pt x="114935" y="128143"/>
                    <a:pt x="111125" y="130810"/>
                  </a:cubicBezTo>
                  <a:cubicBezTo>
                    <a:pt x="107315" y="133477"/>
                    <a:pt x="103124" y="135636"/>
                    <a:pt x="98806" y="137414"/>
                  </a:cubicBezTo>
                  <a:cubicBezTo>
                    <a:pt x="94488" y="139192"/>
                    <a:pt x="90043" y="140589"/>
                    <a:pt x="85344" y="141478"/>
                  </a:cubicBezTo>
                  <a:cubicBezTo>
                    <a:pt x="80645" y="142367"/>
                    <a:pt x="76073" y="142875"/>
                    <a:pt x="71374" y="142875"/>
                  </a:cubicBezTo>
                  <a:cubicBezTo>
                    <a:pt x="66675" y="142875"/>
                    <a:pt x="61976" y="142367"/>
                    <a:pt x="57404" y="141478"/>
                  </a:cubicBezTo>
                  <a:cubicBezTo>
                    <a:pt x="52832" y="140589"/>
                    <a:pt x="48387" y="139192"/>
                    <a:pt x="43942" y="137414"/>
                  </a:cubicBezTo>
                  <a:cubicBezTo>
                    <a:pt x="39497" y="135636"/>
                    <a:pt x="35433" y="133477"/>
                    <a:pt x="31623" y="130810"/>
                  </a:cubicBezTo>
                  <a:cubicBezTo>
                    <a:pt x="27813" y="128143"/>
                    <a:pt x="24130" y="125222"/>
                    <a:pt x="20828" y="121920"/>
                  </a:cubicBezTo>
                  <a:cubicBezTo>
                    <a:pt x="17526" y="118618"/>
                    <a:pt x="14605" y="114935"/>
                    <a:pt x="11938" y="111125"/>
                  </a:cubicBezTo>
                  <a:cubicBezTo>
                    <a:pt x="9271" y="107315"/>
                    <a:pt x="7112" y="103124"/>
                    <a:pt x="5334" y="98806"/>
                  </a:cubicBezTo>
                  <a:cubicBezTo>
                    <a:pt x="3556" y="94488"/>
                    <a:pt x="2286" y="89916"/>
                    <a:pt x="1397" y="85344"/>
                  </a:cubicBezTo>
                  <a:cubicBezTo>
                    <a:pt x="508" y="80772"/>
                    <a:pt x="0" y="76073"/>
                    <a:pt x="0" y="71374"/>
                  </a:cubicBezTo>
                  <a:cubicBezTo>
                    <a:pt x="0" y="66675"/>
                    <a:pt x="508" y="61976"/>
                    <a:pt x="1397" y="57404"/>
                  </a:cubicBezTo>
                  <a:cubicBezTo>
                    <a:pt x="2286" y="52832"/>
                    <a:pt x="3683" y="48387"/>
                    <a:pt x="5461" y="43942"/>
                  </a:cubicBezTo>
                  <a:cubicBezTo>
                    <a:pt x="7239" y="39497"/>
                    <a:pt x="9398" y="35433"/>
                    <a:pt x="12065" y="31623"/>
                  </a:cubicBezTo>
                  <a:cubicBezTo>
                    <a:pt x="14732" y="27813"/>
                    <a:pt x="17653" y="24130"/>
                    <a:pt x="20955" y="20828"/>
                  </a:cubicBezTo>
                  <a:cubicBezTo>
                    <a:pt x="24257" y="17526"/>
                    <a:pt x="27940" y="14605"/>
                    <a:pt x="31750" y="11938"/>
                  </a:cubicBezTo>
                  <a:cubicBezTo>
                    <a:pt x="35560" y="9271"/>
                    <a:pt x="39751" y="7112"/>
                    <a:pt x="44069" y="5334"/>
                  </a:cubicBezTo>
                  <a:cubicBezTo>
                    <a:pt x="48387" y="3556"/>
                    <a:pt x="52959" y="2286"/>
                    <a:pt x="57531" y="1397"/>
                  </a:cubicBezTo>
                  <a:cubicBezTo>
                    <a:pt x="62103" y="508"/>
                    <a:pt x="66802" y="0"/>
                    <a:pt x="71374" y="0"/>
                  </a:cubicBezTo>
                  <a:cubicBezTo>
                    <a:pt x="75946" y="0"/>
                    <a:pt x="80772" y="508"/>
                    <a:pt x="85344" y="1397"/>
                  </a:cubicBezTo>
                  <a:cubicBezTo>
                    <a:pt x="89916" y="2286"/>
                    <a:pt x="94361" y="3683"/>
                    <a:pt x="98806" y="5461"/>
                  </a:cubicBezTo>
                  <a:cubicBezTo>
                    <a:pt x="103251" y="7239"/>
                    <a:pt x="107315" y="9398"/>
                    <a:pt x="111125" y="12065"/>
                  </a:cubicBezTo>
                  <a:cubicBezTo>
                    <a:pt x="114935" y="14732"/>
                    <a:pt x="118618" y="17653"/>
                    <a:pt x="121920" y="20955"/>
                  </a:cubicBezTo>
                  <a:cubicBezTo>
                    <a:pt x="125222" y="24257"/>
                    <a:pt x="128143" y="27940"/>
                    <a:pt x="130810" y="31750"/>
                  </a:cubicBezTo>
                  <a:cubicBezTo>
                    <a:pt x="133477" y="35560"/>
                    <a:pt x="135636" y="39751"/>
                    <a:pt x="137414" y="44069"/>
                  </a:cubicBezTo>
                  <a:cubicBezTo>
                    <a:pt x="139192" y="48387"/>
                    <a:pt x="140589" y="52832"/>
                    <a:pt x="141478" y="57531"/>
                  </a:cubicBezTo>
                  <a:cubicBezTo>
                    <a:pt x="142367" y="62230"/>
                    <a:pt x="142875" y="66802"/>
                    <a:pt x="142875" y="7150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53815" y="226409"/>
            <a:ext cx="2364029" cy="1075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</a:pPr>
            <a:r>
              <a:rPr lang="en-US" sz="60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신상품</a:t>
            </a:r>
            <a:r>
              <a:rPr lang="en-US" b="true" sz="60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71486" y="393887"/>
            <a:ext cx="7099259" cy="110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1"/>
              </a:lnSpc>
            </a:pPr>
            <a:r>
              <a:rPr lang="en-US" b="true" sz="60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(PRODUCT.HTML)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067242" y="1199693"/>
            <a:ext cx="145075" cy="110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27"/>
              </a:lnSpc>
            </a:pPr>
            <a:r>
              <a:rPr lang="en-US" b="true" sz="399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3815" y="1580693"/>
            <a:ext cx="4885268" cy="721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b="true" sz="399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신상품</a:t>
            </a:r>
            <a:r>
              <a:rPr lang="en-US" b="true" sz="399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b="true" sz="399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카테고리</a:t>
            </a:r>
            <a:r>
              <a:rPr lang="en-US" b="true" sz="399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b="true" sz="399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3가지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534" y="2605649"/>
            <a:ext cx="10572236" cy="54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299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신상품 카테고리 3가지 신발/의류/용품을 각각 버튼으로 만들어 줌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0561" y="3413617"/>
            <a:ext cx="6392904" cy="678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5"/>
              </a:lnSpc>
            </a:pPr>
            <a:r>
              <a:rPr lang="en-US" sz="3233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- 마우스 가져다 댔을 때 버튼색과 글 씨색이 바뀌도록 함 - 버튼 클릭시 선택된 카테고리 버튼, 글씨색 유지 - 클릭한 카테고리의 내용으로 제목이 바뀌도록 함 - 클릭한 카테고리의 제품만 나타나도 록 함 상품 카드마다 클래스를 줬음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7097" y="5613921"/>
            <a:ext cx="8543925" cy="2352675"/>
            <a:chOff x="0" y="0"/>
            <a:chExt cx="11391900" cy="3136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91900" cy="3136900"/>
            </a:xfrm>
            <a:custGeom>
              <a:avLst/>
              <a:gdLst/>
              <a:ahLst/>
              <a:cxnLst/>
              <a:rect r="r" b="b" t="t" l="l"/>
              <a:pathLst>
                <a:path h="3136900" w="11391900">
                  <a:moveTo>
                    <a:pt x="0" y="0"/>
                  </a:moveTo>
                  <a:lnTo>
                    <a:pt x="11391900" y="0"/>
                  </a:lnTo>
                  <a:lnTo>
                    <a:pt x="11391900" y="3136900"/>
                  </a:lnTo>
                  <a:lnTo>
                    <a:pt x="0" y="313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01576" y="4559008"/>
            <a:ext cx="6858000" cy="5534025"/>
            <a:chOff x="0" y="0"/>
            <a:chExt cx="9144000" cy="7378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44000" cy="7378700"/>
            </a:xfrm>
            <a:custGeom>
              <a:avLst/>
              <a:gdLst/>
              <a:ahLst/>
              <a:cxnLst/>
              <a:rect r="r" b="b" t="t" l="l"/>
              <a:pathLst>
                <a:path h="73787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78700"/>
                  </a:lnTo>
                  <a:lnTo>
                    <a:pt x="0" y="737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49090" y="2888628"/>
            <a:ext cx="142875" cy="142875"/>
            <a:chOff x="0" y="0"/>
            <a:chExt cx="142875" cy="1428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3002" cy="142875"/>
            </a:xfrm>
            <a:custGeom>
              <a:avLst/>
              <a:gdLst/>
              <a:ahLst/>
              <a:cxnLst/>
              <a:rect r="r" b="b" t="t" l="l"/>
              <a:pathLst>
                <a:path h="142875" w="143002">
                  <a:moveTo>
                    <a:pt x="142875" y="71374"/>
                  </a:moveTo>
                  <a:cubicBezTo>
                    <a:pt x="142875" y="76073"/>
                    <a:pt x="142367" y="80772"/>
                    <a:pt x="141478" y="85344"/>
                  </a:cubicBezTo>
                  <a:cubicBezTo>
                    <a:pt x="140589" y="89916"/>
                    <a:pt x="139192" y="94361"/>
                    <a:pt x="137414" y="98806"/>
                  </a:cubicBezTo>
                  <a:cubicBezTo>
                    <a:pt x="135636" y="103251"/>
                    <a:pt x="133477" y="107315"/>
                    <a:pt x="130810" y="111125"/>
                  </a:cubicBezTo>
                  <a:cubicBezTo>
                    <a:pt x="128143" y="114935"/>
                    <a:pt x="125222" y="118618"/>
                    <a:pt x="121920" y="121920"/>
                  </a:cubicBezTo>
                  <a:cubicBezTo>
                    <a:pt x="118618" y="125222"/>
                    <a:pt x="114935" y="128143"/>
                    <a:pt x="111125" y="130810"/>
                  </a:cubicBezTo>
                  <a:cubicBezTo>
                    <a:pt x="107315" y="133477"/>
                    <a:pt x="103124" y="135636"/>
                    <a:pt x="98806" y="137414"/>
                  </a:cubicBezTo>
                  <a:cubicBezTo>
                    <a:pt x="94488" y="139192"/>
                    <a:pt x="90043" y="140589"/>
                    <a:pt x="85344" y="141478"/>
                  </a:cubicBezTo>
                  <a:cubicBezTo>
                    <a:pt x="80645" y="142367"/>
                    <a:pt x="76073" y="142875"/>
                    <a:pt x="71374" y="142875"/>
                  </a:cubicBezTo>
                  <a:cubicBezTo>
                    <a:pt x="66675" y="142875"/>
                    <a:pt x="61976" y="142367"/>
                    <a:pt x="57404" y="141478"/>
                  </a:cubicBezTo>
                  <a:cubicBezTo>
                    <a:pt x="52832" y="140589"/>
                    <a:pt x="48387" y="139192"/>
                    <a:pt x="43942" y="137414"/>
                  </a:cubicBezTo>
                  <a:cubicBezTo>
                    <a:pt x="39497" y="135636"/>
                    <a:pt x="35433" y="133477"/>
                    <a:pt x="31623" y="130810"/>
                  </a:cubicBezTo>
                  <a:cubicBezTo>
                    <a:pt x="27813" y="128143"/>
                    <a:pt x="24130" y="125222"/>
                    <a:pt x="20828" y="121920"/>
                  </a:cubicBezTo>
                  <a:cubicBezTo>
                    <a:pt x="17526" y="118618"/>
                    <a:pt x="14605" y="114935"/>
                    <a:pt x="11938" y="111125"/>
                  </a:cubicBezTo>
                  <a:cubicBezTo>
                    <a:pt x="9271" y="107315"/>
                    <a:pt x="7112" y="103124"/>
                    <a:pt x="5334" y="98806"/>
                  </a:cubicBezTo>
                  <a:cubicBezTo>
                    <a:pt x="3556" y="94488"/>
                    <a:pt x="2286" y="89916"/>
                    <a:pt x="1397" y="85344"/>
                  </a:cubicBezTo>
                  <a:cubicBezTo>
                    <a:pt x="508" y="80772"/>
                    <a:pt x="0" y="76073"/>
                    <a:pt x="0" y="71374"/>
                  </a:cubicBezTo>
                  <a:cubicBezTo>
                    <a:pt x="0" y="66675"/>
                    <a:pt x="508" y="61976"/>
                    <a:pt x="1397" y="57404"/>
                  </a:cubicBezTo>
                  <a:cubicBezTo>
                    <a:pt x="2286" y="52832"/>
                    <a:pt x="3683" y="48387"/>
                    <a:pt x="5461" y="43942"/>
                  </a:cubicBezTo>
                  <a:cubicBezTo>
                    <a:pt x="7239" y="39497"/>
                    <a:pt x="9398" y="35433"/>
                    <a:pt x="12065" y="31623"/>
                  </a:cubicBezTo>
                  <a:cubicBezTo>
                    <a:pt x="14732" y="27813"/>
                    <a:pt x="17653" y="24130"/>
                    <a:pt x="20955" y="20828"/>
                  </a:cubicBezTo>
                  <a:cubicBezTo>
                    <a:pt x="24257" y="17526"/>
                    <a:pt x="27940" y="14605"/>
                    <a:pt x="31750" y="11938"/>
                  </a:cubicBezTo>
                  <a:cubicBezTo>
                    <a:pt x="35560" y="9271"/>
                    <a:pt x="39751" y="7112"/>
                    <a:pt x="44069" y="5334"/>
                  </a:cubicBezTo>
                  <a:cubicBezTo>
                    <a:pt x="48387" y="3556"/>
                    <a:pt x="52959" y="2286"/>
                    <a:pt x="57531" y="1397"/>
                  </a:cubicBezTo>
                  <a:cubicBezTo>
                    <a:pt x="62103" y="508"/>
                    <a:pt x="66802" y="0"/>
                    <a:pt x="71501" y="0"/>
                  </a:cubicBezTo>
                  <a:cubicBezTo>
                    <a:pt x="76200" y="0"/>
                    <a:pt x="80899" y="508"/>
                    <a:pt x="85471" y="1397"/>
                  </a:cubicBezTo>
                  <a:cubicBezTo>
                    <a:pt x="90043" y="2286"/>
                    <a:pt x="94488" y="3683"/>
                    <a:pt x="98933" y="5461"/>
                  </a:cubicBezTo>
                  <a:cubicBezTo>
                    <a:pt x="103378" y="7239"/>
                    <a:pt x="107442" y="9398"/>
                    <a:pt x="111252" y="12065"/>
                  </a:cubicBezTo>
                  <a:cubicBezTo>
                    <a:pt x="115062" y="14732"/>
                    <a:pt x="118745" y="17653"/>
                    <a:pt x="122047" y="20955"/>
                  </a:cubicBezTo>
                  <a:cubicBezTo>
                    <a:pt x="125349" y="24257"/>
                    <a:pt x="128270" y="27940"/>
                    <a:pt x="130937" y="31750"/>
                  </a:cubicBezTo>
                  <a:cubicBezTo>
                    <a:pt x="133604" y="35560"/>
                    <a:pt x="135763" y="39751"/>
                    <a:pt x="137541" y="44069"/>
                  </a:cubicBezTo>
                  <a:cubicBezTo>
                    <a:pt x="139319" y="48387"/>
                    <a:pt x="140716" y="52832"/>
                    <a:pt x="141605" y="57531"/>
                  </a:cubicBezTo>
                  <a:cubicBezTo>
                    <a:pt x="142494" y="62230"/>
                    <a:pt x="143002" y="66802"/>
                    <a:pt x="143002" y="7150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653815" y="226409"/>
            <a:ext cx="2364029" cy="1075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</a:pPr>
            <a:r>
              <a:rPr lang="en-US" sz="60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신상품</a:t>
            </a:r>
            <a:r>
              <a:rPr lang="en-US" b="true" sz="60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71486" y="460562"/>
            <a:ext cx="7099259" cy="104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</a:pPr>
            <a:r>
              <a:rPr lang="en-US" b="true" sz="60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(PRODUCT.HTML)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3815" y="1578654"/>
            <a:ext cx="2051723" cy="721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b="true" sz="399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제목영역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1372" y="2605649"/>
            <a:ext cx="8512959" cy="54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299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신상품 페이지의 제목인 “신상품” 을 제목으로 설정함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87526" y="3477644"/>
            <a:ext cx="15445978" cy="606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5"/>
              </a:lnSpc>
            </a:pPr>
            <a:r>
              <a:rPr lang="en-US" sz="3347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- 신상품 카테고리의 버튼을 눌렀을 때 클릭한 카테고리의 내용으로 제목이 바뀌도록 함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0580" y="126149"/>
            <a:ext cx="3457575" cy="4737659"/>
            <a:chOff x="0" y="0"/>
            <a:chExt cx="4610100" cy="63168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10100" cy="6316853"/>
            </a:xfrm>
            <a:custGeom>
              <a:avLst/>
              <a:gdLst/>
              <a:ahLst/>
              <a:cxnLst/>
              <a:rect r="r" b="b" t="t" l="l"/>
              <a:pathLst>
                <a:path h="6316853" w="4610100">
                  <a:moveTo>
                    <a:pt x="0" y="0"/>
                  </a:moveTo>
                  <a:lnTo>
                    <a:pt x="4610100" y="0"/>
                  </a:lnTo>
                  <a:lnTo>
                    <a:pt x="4610100" y="6316853"/>
                  </a:lnTo>
                  <a:lnTo>
                    <a:pt x="0" y="6316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571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084675" y="0"/>
            <a:ext cx="3933825" cy="4866094"/>
            <a:chOff x="0" y="0"/>
            <a:chExt cx="5245100" cy="64881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245100" cy="6488176"/>
            </a:xfrm>
            <a:custGeom>
              <a:avLst/>
              <a:gdLst/>
              <a:ahLst/>
              <a:cxnLst/>
              <a:rect r="r" b="b" t="t" l="l"/>
              <a:pathLst>
                <a:path h="6488176" w="5245100">
                  <a:moveTo>
                    <a:pt x="0" y="0"/>
                  </a:moveTo>
                  <a:lnTo>
                    <a:pt x="5245100" y="0"/>
                  </a:lnTo>
                  <a:lnTo>
                    <a:pt x="5245100" y="6488176"/>
                  </a:lnTo>
                  <a:lnTo>
                    <a:pt x="0" y="64881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309" r="0" b="-1193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43093" y="6298359"/>
            <a:ext cx="5876925" cy="3686175"/>
            <a:chOff x="0" y="0"/>
            <a:chExt cx="7835900" cy="4914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835900" cy="4914900"/>
            </a:xfrm>
            <a:custGeom>
              <a:avLst/>
              <a:gdLst/>
              <a:ahLst/>
              <a:cxnLst/>
              <a:rect r="r" b="b" t="t" l="l"/>
              <a:pathLst>
                <a:path h="4914900" w="7835900">
                  <a:moveTo>
                    <a:pt x="0" y="0"/>
                  </a:moveTo>
                  <a:lnTo>
                    <a:pt x="7835900" y="0"/>
                  </a:lnTo>
                  <a:lnTo>
                    <a:pt x="7835900" y="4914900"/>
                  </a:lnTo>
                  <a:lnTo>
                    <a:pt x="0" y="4914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735860" y="5237578"/>
            <a:ext cx="3657600" cy="4752975"/>
            <a:chOff x="0" y="0"/>
            <a:chExt cx="4876800" cy="63373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76800" cy="6337300"/>
            </a:xfrm>
            <a:custGeom>
              <a:avLst/>
              <a:gdLst/>
              <a:ahLst/>
              <a:cxnLst/>
              <a:rect r="r" b="b" t="t" l="l"/>
              <a:pathLst>
                <a:path h="63373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337300"/>
                  </a:lnTo>
                  <a:lnTo>
                    <a:pt x="0" y="6337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95275" y="4457624"/>
            <a:ext cx="142875" cy="142875"/>
            <a:chOff x="0" y="0"/>
            <a:chExt cx="142875" cy="1428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3002" cy="142875"/>
            </a:xfrm>
            <a:custGeom>
              <a:avLst/>
              <a:gdLst/>
              <a:ahLst/>
              <a:cxnLst/>
              <a:rect r="r" b="b" t="t" l="l"/>
              <a:pathLst>
                <a:path h="142875" w="143002">
                  <a:moveTo>
                    <a:pt x="142875" y="71374"/>
                  </a:moveTo>
                  <a:cubicBezTo>
                    <a:pt x="142875" y="76073"/>
                    <a:pt x="142367" y="80772"/>
                    <a:pt x="141478" y="85344"/>
                  </a:cubicBezTo>
                  <a:cubicBezTo>
                    <a:pt x="140589" y="89916"/>
                    <a:pt x="139192" y="94361"/>
                    <a:pt x="137414" y="98806"/>
                  </a:cubicBezTo>
                  <a:cubicBezTo>
                    <a:pt x="135636" y="103251"/>
                    <a:pt x="133477" y="107315"/>
                    <a:pt x="130810" y="111125"/>
                  </a:cubicBezTo>
                  <a:cubicBezTo>
                    <a:pt x="128143" y="114935"/>
                    <a:pt x="125222" y="118618"/>
                    <a:pt x="121920" y="121920"/>
                  </a:cubicBezTo>
                  <a:cubicBezTo>
                    <a:pt x="118618" y="125222"/>
                    <a:pt x="114935" y="128143"/>
                    <a:pt x="111125" y="130810"/>
                  </a:cubicBezTo>
                  <a:cubicBezTo>
                    <a:pt x="107315" y="133477"/>
                    <a:pt x="103124" y="135636"/>
                    <a:pt x="98806" y="137414"/>
                  </a:cubicBezTo>
                  <a:cubicBezTo>
                    <a:pt x="94488" y="139192"/>
                    <a:pt x="90043" y="140589"/>
                    <a:pt x="85344" y="141478"/>
                  </a:cubicBezTo>
                  <a:cubicBezTo>
                    <a:pt x="80645" y="142367"/>
                    <a:pt x="76073" y="142875"/>
                    <a:pt x="71374" y="142875"/>
                  </a:cubicBezTo>
                  <a:cubicBezTo>
                    <a:pt x="66675" y="142875"/>
                    <a:pt x="61976" y="142367"/>
                    <a:pt x="57404" y="141478"/>
                  </a:cubicBezTo>
                  <a:cubicBezTo>
                    <a:pt x="52832" y="140589"/>
                    <a:pt x="48387" y="139192"/>
                    <a:pt x="43942" y="137414"/>
                  </a:cubicBezTo>
                  <a:cubicBezTo>
                    <a:pt x="39497" y="135636"/>
                    <a:pt x="35433" y="133477"/>
                    <a:pt x="31623" y="130810"/>
                  </a:cubicBezTo>
                  <a:cubicBezTo>
                    <a:pt x="27813" y="128143"/>
                    <a:pt x="24130" y="125222"/>
                    <a:pt x="20828" y="121920"/>
                  </a:cubicBezTo>
                  <a:cubicBezTo>
                    <a:pt x="17526" y="118618"/>
                    <a:pt x="14605" y="114935"/>
                    <a:pt x="11938" y="111125"/>
                  </a:cubicBezTo>
                  <a:cubicBezTo>
                    <a:pt x="9271" y="107315"/>
                    <a:pt x="7112" y="103124"/>
                    <a:pt x="5334" y="98806"/>
                  </a:cubicBezTo>
                  <a:cubicBezTo>
                    <a:pt x="3556" y="94488"/>
                    <a:pt x="2286" y="89916"/>
                    <a:pt x="1397" y="85344"/>
                  </a:cubicBezTo>
                  <a:cubicBezTo>
                    <a:pt x="508" y="80772"/>
                    <a:pt x="0" y="76073"/>
                    <a:pt x="0" y="71374"/>
                  </a:cubicBezTo>
                  <a:cubicBezTo>
                    <a:pt x="0" y="66675"/>
                    <a:pt x="508" y="61976"/>
                    <a:pt x="1397" y="57404"/>
                  </a:cubicBezTo>
                  <a:cubicBezTo>
                    <a:pt x="2286" y="52832"/>
                    <a:pt x="3683" y="48387"/>
                    <a:pt x="5461" y="43942"/>
                  </a:cubicBezTo>
                  <a:cubicBezTo>
                    <a:pt x="7239" y="39497"/>
                    <a:pt x="9398" y="35433"/>
                    <a:pt x="12065" y="31623"/>
                  </a:cubicBezTo>
                  <a:cubicBezTo>
                    <a:pt x="14732" y="27813"/>
                    <a:pt x="17653" y="24130"/>
                    <a:pt x="20955" y="20828"/>
                  </a:cubicBezTo>
                  <a:cubicBezTo>
                    <a:pt x="24257" y="17526"/>
                    <a:pt x="27940" y="14605"/>
                    <a:pt x="31750" y="11938"/>
                  </a:cubicBezTo>
                  <a:cubicBezTo>
                    <a:pt x="35560" y="9271"/>
                    <a:pt x="39751" y="7112"/>
                    <a:pt x="44069" y="5334"/>
                  </a:cubicBezTo>
                  <a:cubicBezTo>
                    <a:pt x="48387" y="3556"/>
                    <a:pt x="52959" y="2286"/>
                    <a:pt x="57531" y="1397"/>
                  </a:cubicBezTo>
                  <a:cubicBezTo>
                    <a:pt x="62103" y="508"/>
                    <a:pt x="66802" y="0"/>
                    <a:pt x="71501" y="0"/>
                  </a:cubicBezTo>
                  <a:cubicBezTo>
                    <a:pt x="76200" y="0"/>
                    <a:pt x="80899" y="508"/>
                    <a:pt x="85471" y="1397"/>
                  </a:cubicBezTo>
                  <a:cubicBezTo>
                    <a:pt x="90043" y="2286"/>
                    <a:pt x="94488" y="3683"/>
                    <a:pt x="98933" y="5461"/>
                  </a:cubicBezTo>
                  <a:cubicBezTo>
                    <a:pt x="103378" y="7239"/>
                    <a:pt x="107442" y="9398"/>
                    <a:pt x="111252" y="12065"/>
                  </a:cubicBezTo>
                  <a:cubicBezTo>
                    <a:pt x="115062" y="14732"/>
                    <a:pt x="118745" y="17653"/>
                    <a:pt x="122047" y="20955"/>
                  </a:cubicBezTo>
                  <a:cubicBezTo>
                    <a:pt x="125349" y="24257"/>
                    <a:pt x="128270" y="27940"/>
                    <a:pt x="130937" y="31750"/>
                  </a:cubicBezTo>
                  <a:cubicBezTo>
                    <a:pt x="133604" y="35560"/>
                    <a:pt x="135763" y="39751"/>
                    <a:pt x="137541" y="44069"/>
                  </a:cubicBezTo>
                  <a:cubicBezTo>
                    <a:pt x="139319" y="48387"/>
                    <a:pt x="140716" y="52832"/>
                    <a:pt x="141605" y="57531"/>
                  </a:cubicBezTo>
                  <a:cubicBezTo>
                    <a:pt x="142494" y="62230"/>
                    <a:pt x="143002" y="66802"/>
                    <a:pt x="143002" y="7150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15379" y="2767527"/>
            <a:ext cx="142875" cy="142875"/>
            <a:chOff x="0" y="0"/>
            <a:chExt cx="142875" cy="1428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3002" cy="142875"/>
            </a:xfrm>
            <a:custGeom>
              <a:avLst/>
              <a:gdLst/>
              <a:ahLst/>
              <a:cxnLst/>
              <a:rect r="r" b="b" t="t" l="l"/>
              <a:pathLst>
                <a:path h="142875" w="143002">
                  <a:moveTo>
                    <a:pt x="142875" y="71374"/>
                  </a:moveTo>
                  <a:cubicBezTo>
                    <a:pt x="142875" y="76073"/>
                    <a:pt x="142367" y="80772"/>
                    <a:pt x="141478" y="85344"/>
                  </a:cubicBezTo>
                  <a:cubicBezTo>
                    <a:pt x="140589" y="89916"/>
                    <a:pt x="139192" y="94361"/>
                    <a:pt x="137414" y="98806"/>
                  </a:cubicBezTo>
                  <a:cubicBezTo>
                    <a:pt x="135636" y="103251"/>
                    <a:pt x="133477" y="107315"/>
                    <a:pt x="130810" y="111125"/>
                  </a:cubicBezTo>
                  <a:cubicBezTo>
                    <a:pt x="128143" y="114935"/>
                    <a:pt x="125222" y="118618"/>
                    <a:pt x="121920" y="121920"/>
                  </a:cubicBezTo>
                  <a:cubicBezTo>
                    <a:pt x="118618" y="125222"/>
                    <a:pt x="114935" y="128143"/>
                    <a:pt x="111125" y="130810"/>
                  </a:cubicBezTo>
                  <a:cubicBezTo>
                    <a:pt x="107315" y="133477"/>
                    <a:pt x="103124" y="135636"/>
                    <a:pt x="98806" y="137414"/>
                  </a:cubicBezTo>
                  <a:cubicBezTo>
                    <a:pt x="94488" y="139192"/>
                    <a:pt x="90043" y="140589"/>
                    <a:pt x="85344" y="141478"/>
                  </a:cubicBezTo>
                  <a:cubicBezTo>
                    <a:pt x="80645" y="142367"/>
                    <a:pt x="76073" y="142875"/>
                    <a:pt x="71374" y="142875"/>
                  </a:cubicBezTo>
                  <a:cubicBezTo>
                    <a:pt x="66675" y="142875"/>
                    <a:pt x="61976" y="142367"/>
                    <a:pt x="57404" y="141478"/>
                  </a:cubicBezTo>
                  <a:cubicBezTo>
                    <a:pt x="52832" y="140589"/>
                    <a:pt x="48387" y="139192"/>
                    <a:pt x="43942" y="137414"/>
                  </a:cubicBezTo>
                  <a:cubicBezTo>
                    <a:pt x="39497" y="135636"/>
                    <a:pt x="35433" y="133477"/>
                    <a:pt x="31623" y="130810"/>
                  </a:cubicBezTo>
                  <a:cubicBezTo>
                    <a:pt x="27813" y="128143"/>
                    <a:pt x="24130" y="125222"/>
                    <a:pt x="20828" y="121920"/>
                  </a:cubicBezTo>
                  <a:cubicBezTo>
                    <a:pt x="17526" y="118618"/>
                    <a:pt x="14605" y="114935"/>
                    <a:pt x="11938" y="111125"/>
                  </a:cubicBezTo>
                  <a:cubicBezTo>
                    <a:pt x="9271" y="107315"/>
                    <a:pt x="7112" y="103124"/>
                    <a:pt x="5334" y="98806"/>
                  </a:cubicBezTo>
                  <a:cubicBezTo>
                    <a:pt x="3556" y="94488"/>
                    <a:pt x="2286" y="89916"/>
                    <a:pt x="1397" y="85344"/>
                  </a:cubicBezTo>
                  <a:cubicBezTo>
                    <a:pt x="508" y="80772"/>
                    <a:pt x="0" y="76073"/>
                    <a:pt x="0" y="71374"/>
                  </a:cubicBezTo>
                  <a:cubicBezTo>
                    <a:pt x="0" y="66675"/>
                    <a:pt x="508" y="61976"/>
                    <a:pt x="1397" y="57404"/>
                  </a:cubicBezTo>
                  <a:cubicBezTo>
                    <a:pt x="2286" y="52832"/>
                    <a:pt x="3683" y="48387"/>
                    <a:pt x="5461" y="43942"/>
                  </a:cubicBezTo>
                  <a:cubicBezTo>
                    <a:pt x="7239" y="39497"/>
                    <a:pt x="9398" y="35433"/>
                    <a:pt x="12065" y="31623"/>
                  </a:cubicBezTo>
                  <a:cubicBezTo>
                    <a:pt x="14732" y="27813"/>
                    <a:pt x="17653" y="24130"/>
                    <a:pt x="20955" y="20828"/>
                  </a:cubicBezTo>
                  <a:cubicBezTo>
                    <a:pt x="24257" y="17526"/>
                    <a:pt x="27940" y="14605"/>
                    <a:pt x="31750" y="11938"/>
                  </a:cubicBezTo>
                  <a:cubicBezTo>
                    <a:pt x="35560" y="9271"/>
                    <a:pt x="39751" y="7112"/>
                    <a:pt x="44069" y="5334"/>
                  </a:cubicBezTo>
                  <a:cubicBezTo>
                    <a:pt x="48387" y="3556"/>
                    <a:pt x="52959" y="2286"/>
                    <a:pt x="57531" y="1397"/>
                  </a:cubicBezTo>
                  <a:cubicBezTo>
                    <a:pt x="62103" y="508"/>
                    <a:pt x="66802" y="0"/>
                    <a:pt x="71501" y="0"/>
                  </a:cubicBezTo>
                  <a:cubicBezTo>
                    <a:pt x="76200" y="0"/>
                    <a:pt x="80899" y="508"/>
                    <a:pt x="85471" y="1397"/>
                  </a:cubicBezTo>
                  <a:cubicBezTo>
                    <a:pt x="90043" y="2286"/>
                    <a:pt x="94488" y="3683"/>
                    <a:pt x="98933" y="5461"/>
                  </a:cubicBezTo>
                  <a:cubicBezTo>
                    <a:pt x="103378" y="7239"/>
                    <a:pt x="107442" y="9398"/>
                    <a:pt x="111252" y="12065"/>
                  </a:cubicBezTo>
                  <a:cubicBezTo>
                    <a:pt x="115062" y="14732"/>
                    <a:pt x="118745" y="17653"/>
                    <a:pt x="122047" y="20955"/>
                  </a:cubicBezTo>
                  <a:cubicBezTo>
                    <a:pt x="125349" y="24257"/>
                    <a:pt x="128270" y="27940"/>
                    <a:pt x="130937" y="31750"/>
                  </a:cubicBezTo>
                  <a:cubicBezTo>
                    <a:pt x="133604" y="35560"/>
                    <a:pt x="135763" y="39751"/>
                    <a:pt x="137541" y="44069"/>
                  </a:cubicBezTo>
                  <a:cubicBezTo>
                    <a:pt x="139319" y="48387"/>
                    <a:pt x="140716" y="52832"/>
                    <a:pt x="141605" y="57531"/>
                  </a:cubicBezTo>
                  <a:cubicBezTo>
                    <a:pt x="142494" y="62230"/>
                    <a:pt x="143002" y="66802"/>
                    <a:pt x="143002" y="7150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53815" y="226409"/>
            <a:ext cx="2364029" cy="1075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</a:pPr>
            <a:r>
              <a:rPr lang="en-US" sz="60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신상품</a:t>
            </a:r>
            <a:r>
              <a:rPr lang="en-US" b="true" sz="60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71486" y="393887"/>
            <a:ext cx="7099259" cy="110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1"/>
              </a:lnSpc>
            </a:pPr>
            <a:r>
              <a:rPr lang="en-US" b="true" sz="60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(PRODUCT.HTML)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46341" y="1197654"/>
            <a:ext cx="145075" cy="110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27"/>
              </a:lnSpc>
            </a:pPr>
            <a:r>
              <a:rPr lang="en-US" b="true" sz="399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3815" y="1492929"/>
            <a:ext cx="4848463" cy="807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3"/>
              </a:lnSpc>
            </a:pPr>
            <a:r>
              <a:rPr lang="en-US" b="true" sz="399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필터버튼 / ..순(옵션)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18811" y="2303583"/>
            <a:ext cx="108785" cy="721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79"/>
              </a:lnSpc>
            </a:pPr>
            <a:r>
              <a:rPr lang="en-US" sz="299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67651" y="2484558"/>
            <a:ext cx="2719330" cy="54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299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왼쪽에</a:t>
            </a:r>
            <a:r>
              <a:rPr lang="en-US" sz="299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299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필터</a:t>
            </a:r>
            <a:r>
              <a:rPr lang="en-US" sz="299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299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버튼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47548" y="4174655"/>
            <a:ext cx="4009825" cy="54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299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오른쪽에 ..순 (옵션) 버튼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3815" y="3280686"/>
            <a:ext cx="8578015" cy="606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5"/>
              </a:lnSpc>
            </a:pPr>
            <a:r>
              <a:rPr lang="en-US" sz="3347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- 버튼 클릭시 왼쪽에서 필터 패널 튀어나오게 함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33711" y="4995872"/>
            <a:ext cx="10903610" cy="1615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1"/>
              </a:lnSpc>
            </a:pPr>
            <a:r>
              <a:rPr lang="en-US" sz="3046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- 기본은 신상품순이 오게 함 - 버튼 클릭시 신상품순 / 판매순 / 낮은 가격순 / 높은 가격순 / 평가 순 나타나게 함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67160" y="0"/>
            <a:ext cx="4857750" cy="6029325"/>
            <a:chOff x="0" y="0"/>
            <a:chExt cx="6477000" cy="8039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77000" cy="8039100"/>
            </a:xfrm>
            <a:custGeom>
              <a:avLst/>
              <a:gdLst/>
              <a:ahLst/>
              <a:cxnLst/>
              <a:rect r="r" b="b" t="t" l="l"/>
              <a:pathLst>
                <a:path h="8039100" w="6477000">
                  <a:moveTo>
                    <a:pt x="0" y="0"/>
                  </a:moveTo>
                  <a:lnTo>
                    <a:pt x="6477000" y="0"/>
                  </a:lnTo>
                  <a:lnTo>
                    <a:pt x="6477000" y="8039100"/>
                  </a:lnTo>
                  <a:lnTo>
                    <a:pt x="0" y="803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997740" y="3930044"/>
            <a:ext cx="4200525" cy="6353175"/>
            <a:chOff x="0" y="0"/>
            <a:chExt cx="5600700" cy="8470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00700" cy="8470900"/>
            </a:xfrm>
            <a:custGeom>
              <a:avLst/>
              <a:gdLst/>
              <a:ahLst/>
              <a:cxnLst/>
              <a:rect r="r" b="b" t="t" l="l"/>
              <a:pathLst>
                <a:path h="8470900" w="5600700">
                  <a:moveTo>
                    <a:pt x="0" y="0"/>
                  </a:moveTo>
                  <a:lnTo>
                    <a:pt x="5600700" y="0"/>
                  </a:lnTo>
                  <a:lnTo>
                    <a:pt x="5600700" y="8470900"/>
                  </a:lnTo>
                  <a:lnTo>
                    <a:pt x="0" y="847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49090" y="2888628"/>
            <a:ext cx="142875" cy="142875"/>
            <a:chOff x="0" y="0"/>
            <a:chExt cx="142875" cy="1428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3002" cy="142875"/>
            </a:xfrm>
            <a:custGeom>
              <a:avLst/>
              <a:gdLst/>
              <a:ahLst/>
              <a:cxnLst/>
              <a:rect r="r" b="b" t="t" l="l"/>
              <a:pathLst>
                <a:path h="142875" w="143002">
                  <a:moveTo>
                    <a:pt x="142875" y="71374"/>
                  </a:moveTo>
                  <a:cubicBezTo>
                    <a:pt x="142875" y="76073"/>
                    <a:pt x="142367" y="80772"/>
                    <a:pt x="141478" y="85344"/>
                  </a:cubicBezTo>
                  <a:cubicBezTo>
                    <a:pt x="140589" y="89916"/>
                    <a:pt x="139192" y="94361"/>
                    <a:pt x="137414" y="98806"/>
                  </a:cubicBezTo>
                  <a:cubicBezTo>
                    <a:pt x="135636" y="103251"/>
                    <a:pt x="133477" y="107315"/>
                    <a:pt x="130810" y="111125"/>
                  </a:cubicBezTo>
                  <a:cubicBezTo>
                    <a:pt x="128143" y="114935"/>
                    <a:pt x="125222" y="118618"/>
                    <a:pt x="121920" y="121920"/>
                  </a:cubicBezTo>
                  <a:cubicBezTo>
                    <a:pt x="118618" y="125222"/>
                    <a:pt x="114935" y="128143"/>
                    <a:pt x="111125" y="130810"/>
                  </a:cubicBezTo>
                  <a:cubicBezTo>
                    <a:pt x="107315" y="133477"/>
                    <a:pt x="103124" y="135636"/>
                    <a:pt x="98806" y="137414"/>
                  </a:cubicBezTo>
                  <a:cubicBezTo>
                    <a:pt x="94488" y="139192"/>
                    <a:pt x="90043" y="140589"/>
                    <a:pt x="85344" y="141478"/>
                  </a:cubicBezTo>
                  <a:cubicBezTo>
                    <a:pt x="80645" y="142367"/>
                    <a:pt x="76073" y="142875"/>
                    <a:pt x="71374" y="142875"/>
                  </a:cubicBezTo>
                  <a:cubicBezTo>
                    <a:pt x="66675" y="142875"/>
                    <a:pt x="61976" y="142367"/>
                    <a:pt x="57404" y="141478"/>
                  </a:cubicBezTo>
                  <a:cubicBezTo>
                    <a:pt x="52832" y="140589"/>
                    <a:pt x="48387" y="139192"/>
                    <a:pt x="43942" y="137414"/>
                  </a:cubicBezTo>
                  <a:cubicBezTo>
                    <a:pt x="39497" y="135636"/>
                    <a:pt x="35433" y="133477"/>
                    <a:pt x="31623" y="130810"/>
                  </a:cubicBezTo>
                  <a:cubicBezTo>
                    <a:pt x="27813" y="128143"/>
                    <a:pt x="24130" y="125222"/>
                    <a:pt x="20828" y="121920"/>
                  </a:cubicBezTo>
                  <a:cubicBezTo>
                    <a:pt x="17526" y="118618"/>
                    <a:pt x="14605" y="114935"/>
                    <a:pt x="11938" y="111125"/>
                  </a:cubicBezTo>
                  <a:cubicBezTo>
                    <a:pt x="9271" y="107315"/>
                    <a:pt x="7112" y="103124"/>
                    <a:pt x="5334" y="98806"/>
                  </a:cubicBezTo>
                  <a:cubicBezTo>
                    <a:pt x="3556" y="94488"/>
                    <a:pt x="2286" y="89916"/>
                    <a:pt x="1397" y="85344"/>
                  </a:cubicBezTo>
                  <a:cubicBezTo>
                    <a:pt x="508" y="80772"/>
                    <a:pt x="0" y="76073"/>
                    <a:pt x="0" y="71374"/>
                  </a:cubicBezTo>
                  <a:cubicBezTo>
                    <a:pt x="0" y="66675"/>
                    <a:pt x="508" y="61976"/>
                    <a:pt x="1397" y="57404"/>
                  </a:cubicBezTo>
                  <a:cubicBezTo>
                    <a:pt x="2286" y="52832"/>
                    <a:pt x="3683" y="48387"/>
                    <a:pt x="5461" y="43942"/>
                  </a:cubicBezTo>
                  <a:cubicBezTo>
                    <a:pt x="7239" y="39497"/>
                    <a:pt x="9398" y="35433"/>
                    <a:pt x="12065" y="31623"/>
                  </a:cubicBezTo>
                  <a:cubicBezTo>
                    <a:pt x="14732" y="27813"/>
                    <a:pt x="17653" y="24130"/>
                    <a:pt x="20955" y="20828"/>
                  </a:cubicBezTo>
                  <a:cubicBezTo>
                    <a:pt x="24257" y="17526"/>
                    <a:pt x="27940" y="14605"/>
                    <a:pt x="31750" y="11938"/>
                  </a:cubicBezTo>
                  <a:cubicBezTo>
                    <a:pt x="35560" y="9271"/>
                    <a:pt x="39751" y="7112"/>
                    <a:pt x="44069" y="5334"/>
                  </a:cubicBezTo>
                  <a:cubicBezTo>
                    <a:pt x="48387" y="3556"/>
                    <a:pt x="52959" y="2286"/>
                    <a:pt x="57531" y="1397"/>
                  </a:cubicBezTo>
                  <a:cubicBezTo>
                    <a:pt x="62103" y="508"/>
                    <a:pt x="66802" y="0"/>
                    <a:pt x="71501" y="0"/>
                  </a:cubicBezTo>
                  <a:cubicBezTo>
                    <a:pt x="76200" y="0"/>
                    <a:pt x="80899" y="508"/>
                    <a:pt x="85471" y="1397"/>
                  </a:cubicBezTo>
                  <a:cubicBezTo>
                    <a:pt x="90043" y="2286"/>
                    <a:pt x="94488" y="3683"/>
                    <a:pt x="98933" y="5461"/>
                  </a:cubicBezTo>
                  <a:cubicBezTo>
                    <a:pt x="103378" y="7239"/>
                    <a:pt x="107442" y="9398"/>
                    <a:pt x="111252" y="12065"/>
                  </a:cubicBezTo>
                  <a:cubicBezTo>
                    <a:pt x="115062" y="14732"/>
                    <a:pt x="118745" y="17653"/>
                    <a:pt x="122047" y="20955"/>
                  </a:cubicBezTo>
                  <a:cubicBezTo>
                    <a:pt x="125349" y="24257"/>
                    <a:pt x="128270" y="27940"/>
                    <a:pt x="130937" y="31750"/>
                  </a:cubicBezTo>
                  <a:cubicBezTo>
                    <a:pt x="133604" y="35560"/>
                    <a:pt x="135763" y="39751"/>
                    <a:pt x="137541" y="44069"/>
                  </a:cubicBezTo>
                  <a:cubicBezTo>
                    <a:pt x="139319" y="48387"/>
                    <a:pt x="140716" y="52832"/>
                    <a:pt x="141605" y="57531"/>
                  </a:cubicBezTo>
                  <a:cubicBezTo>
                    <a:pt x="142494" y="62230"/>
                    <a:pt x="143002" y="66802"/>
                    <a:pt x="143002" y="7150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44701" y="6597063"/>
            <a:ext cx="133350" cy="133350"/>
            <a:chOff x="0" y="0"/>
            <a:chExt cx="133350" cy="1333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3350" cy="133350"/>
            </a:xfrm>
            <a:custGeom>
              <a:avLst/>
              <a:gdLst/>
              <a:ahLst/>
              <a:cxnLst/>
              <a:rect r="r" b="b" t="t" l="l"/>
              <a:pathLst>
                <a:path h="133350" w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4701" y="7568613"/>
            <a:ext cx="133350" cy="133350"/>
            <a:chOff x="0" y="0"/>
            <a:chExt cx="133350" cy="1333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3350" cy="133350"/>
            </a:xfrm>
            <a:custGeom>
              <a:avLst/>
              <a:gdLst/>
              <a:ahLst/>
              <a:cxnLst/>
              <a:rect r="r" b="b" t="t" l="l"/>
              <a:pathLst>
                <a:path h="133350" w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44701" y="9025938"/>
            <a:ext cx="133350" cy="133350"/>
            <a:chOff x="0" y="0"/>
            <a:chExt cx="133350" cy="1333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3350" cy="133350"/>
            </a:xfrm>
            <a:custGeom>
              <a:avLst/>
              <a:gdLst/>
              <a:ahLst/>
              <a:cxnLst/>
              <a:rect r="r" b="b" t="t" l="l"/>
              <a:pathLst>
                <a:path h="133350" w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53815" y="226409"/>
            <a:ext cx="2364029" cy="1075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</a:pPr>
            <a:r>
              <a:rPr lang="en-US" sz="60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신상품</a:t>
            </a:r>
            <a:r>
              <a:rPr lang="en-US" b="true" sz="60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71486" y="460562"/>
            <a:ext cx="7099259" cy="104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</a:pPr>
            <a:r>
              <a:rPr lang="en-US" b="true" sz="60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(PRODUCT.HTML)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3815" y="1592885"/>
            <a:ext cx="3150118" cy="721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b="true" sz="399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왼쪽</a:t>
            </a:r>
            <a:r>
              <a:rPr lang="en-US" b="true" sz="399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b="true" sz="399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필터</a:t>
            </a:r>
            <a:r>
              <a:rPr lang="en-US" b="true" sz="399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b="true" sz="399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패널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1372" y="2612888"/>
            <a:ext cx="7800508" cy="54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299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필터 버튼 클릭시 왼쪽에서 필터 패널이 튀어나옴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87526" y="3433229"/>
            <a:ext cx="10574074" cy="2929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5"/>
              </a:lnSpc>
            </a:pPr>
            <a:r>
              <a:rPr lang="en-US" sz="2746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- 필터 버튼 튀어나오면서 뒤에 배경 (나머지 항목)들은 흐려짐 (overlay 활용) - 맨 위 필터 제목 옆 x 버튼 / Esc / 흐려진 영역 클릭시 필터 패널이 닫힘</a:t>
            </a:r>
          </a:p>
          <a:p>
            <a:pPr algn="l">
              <a:lnSpc>
                <a:spcPts val="3825"/>
              </a:lnSpc>
            </a:pPr>
            <a:r>
              <a:rPr lang="en-US" sz="2746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</a:p>
          <a:p>
            <a:pPr algn="l">
              <a:lnSpc>
                <a:spcPts val="3825"/>
              </a:lnSpc>
            </a:pPr>
            <a:r>
              <a:rPr lang="en-US" sz="2746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- 각 필터 목록마다 버튼을 누르면 세부 사항들이 나타남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80610" y="6347879"/>
            <a:ext cx="7974378" cy="500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5"/>
              </a:lnSpc>
            </a:pPr>
            <a:r>
              <a:rPr lang="en-US" sz="2746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필터 목록 버튼들은 닫거나 펼칠 때 움직임 (transition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87526" y="6833654"/>
            <a:ext cx="2177853" cy="500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5"/>
              </a:lnSpc>
            </a:pPr>
            <a:r>
              <a:rPr lang="en-US" sz="2746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과 transform)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80610" y="7319429"/>
            <a:ext cx="6330820" cy="500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5"/>
              </a:lnSpc>
            </a:pPr>
            <a:r>
              <a:rPr lang="en-US" sz="2746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checkbox, button 을 통해 선택할 수 있음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87526" y="7802413"/>
            <a:ext cx="10827410" cy="98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5"/>
              </a:lnSpc>
            </a:pPr>
            <a:r>
              <a:rPr lang="en-US" sz="2746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이때, 스포츠 목록에서 </a:t>
            </a:r>
            <a:r>
              <a:rPr lang="en-US" b="true" sz="2746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신상품은 항상 체크</a:t>
            </a:r>
            <a:r>
              <a:rPr lang="en-US" sz="2746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되어있음 (신상품 페이지 구현이 기 때문)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80610" y="8776754"/>
            <a:ext cx="7956575" cy="500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5"/>
              </a:lnSpc>
            </a:pPr>
            <a:r>
              <a:rPr lang="en-US" sz="2746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사이즈, 컬러는 grid 로 한 줄에 정해진 만큼 나오게 함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48409" y="4300185"/>
            <a:ext cx="3343275" cy="2247900"/>
            <a:chOff x="0" y="0"/>
            <a:chExt cx="4457700" cy="299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57700" cy="2997200"/>
            </a:xfrm>
            <a:custGeom>
              <a:avLst/>
              <a:gdLst/>
              <a:ahLst/>
              <a:cxnLst/>
              <a:rect r="r" b="b" t="t" l="l"/>
              <a:pathLst>
                <a:path h="2997200" w="4457700">
                  <a:moveTo>
                    <a:pt x="0" y="0"/>
                  </a:moveTo>
                  <a:lnTo>
                    <a:pt x="4457700" y="0"/>
                  </a:lnTo>
                  <a:lnTo>
                    <a:pt x="4457700" y="2997200"/>
                  </a:lnTo>
                  <a:lnTo>
                    <a:pt x="0" y="299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112919" y="7200910"/>
            <a:ext cx="3152775" cy="2314575"/>
            <a:chOff x="0" y="0"/>
            <a:chExt cx="4203700" cy="3086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03700" cy="3086100"/>
            </a:xfrm>
            <a:custGeom>
              <a:avLst/>
              <a:gdLst/>
              <a:ahLst/>
              <a:cxnLst/>
              <a:rect r="r" b="b" t="t" l="l"/>
              <a:pathLst>
                <a:path h="3086100" w="4203700">
                  <a:moveTo>
                    <a:pt x="0" y="0"/>
                  </a:moveTo>
                  <a:lnTo>
                    <a:pt x="4203700" y="0"/>
                  </a:lnTo>
                  <a:lnTo>
                    <a:pt x="4203700" y="3086100"/>
                  </a:lnTo>
                  <a:lnTo>
                    <a:pt x="0" y="3086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7526" y="6681864"/>
            <a:ext cx="5829300" cy="2828925"/>
            <a:chOff x="0" y="0"/>
            <a:chExt cx="7772400" cy="3771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772400" cy="3771900"/>
            </a:xfrm>
            <a:custGeom>
              <a:avLst/>
              <a:gdLst/>
              <a:ahLst/>
              <a:cxnLst/>
              <a:rect r="r" b="b" t="t" l="l"/>
              <a:pathLst>
                <a:path h="377190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3771900"/>
                  </a:lnTo>
                  <a:lnTo>
                    <a:pt x="0" y="3771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268001" y="0"/>
            <a:ext cx="4848225" cy="7677150"/>
            <a:chOff x="0" y="0"/>
            <a:chExt cx="6464300" cy="10236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64300" cy="10236200"/>
            </a:xfrm>
            <a:custGeom>
              <a:avLst/>
              <a:gdLst/>
              <a:ahLst/>
              <a:cxnLst/>
              <a:rect r="r" b="b" t="t" l="l"/>
              <a:pathLst>
                <a:path h="10236200" w="6464300">
                  <a:moveTo>
                    <a:pt x="0" y="0"/>
                  </a:moveTo>
                  <a:lnTo>
                    <a:pt x="6464300" y="0"/>
                  </a:lnTo>
                  <a:lnTo>
                    <a:pt x="6464300" y="10236200"/>
                  </a:lnTo>
                  <a:lnTo>
                    <a:pt x="0" y="1023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49090" y="2888628"/>
            <a:ext cx="142875" cy="142875"/>
            <a:chOff x="0" y="0"/>
            <a:chExt cx="142875" cy="1428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3002" cy="142875"/>
            </a:xfrm>
            <a:custGeom>
              <a:avLst/>
              <a:gdLst/>
              <a:ahLst/>
              <a:cxnLst/>
              <a:rect r="r" b="b" t="t" l="l"/>
              <a:pathLst>
                <a:path h="142875" w="143002">
                  <a:moveTo>
                    <a:pt x="142875" y="71374"/>
                  </a:moveTo>
                  <a:cubicBezTo>
                    <a:pt x="142875" y="76073"/>
                    <a:pt x="142367" y="80772"/>
                    <a:pt x="141478" y="85344"/>
                  </a:cubicBezTo>
                  <a:cubicBezTo>
                    <a:pt x="140589" y="89916"/>
                    <a:pt x="139192" y="94361"/>
                    <a:pt x="137414" y="98806"/>
                  </a:cubicBezTo>
                  <a:cubicBezTo>
                    <a:pt x="135636" y="103251"/>
                    <a:pt x="133477" y="107315"/>
                    <a:pt x="130810" y="111125"/>
                  </a:cubicBezTo>
                  <a:cubicBezTo>
                    <a:pt x="128143" y="114935"/>
                    <a:pt x="125222" y="118618"/>
                    <a:pt x="121920" y="121920"/>
                  </a:cubicBezTo>
                  <a:cubicBezTo>
                    <a:pt x="118618" y="125222"/>
                    <a:pt x="114935" y="128143"/>
                    <a:pt x="111125" y="130810"/>
                  </a:cubicBezTo>
                  <a:cubicBezTo>
                    <a:pt x="107315" y="133477"/>
                    <a:pt x="103124" y="135636"/>
                    <a:pt x="98806" y="137414"/>
                  </a:cubicBezTo>
                  <a:cubicBezTo>
                    <a:pt x="94488" y="139192"/>
                    <a:pt x="90043" y="140589"/>
                    <a:pt x="85344" y="141478"/>
                  </a:cubicBezTo>
                  <a:cubicBezTo>
                    <a:pt x="80645" y="142367"/>
                    <a:pt x="76073" y="142875"/>
                    <a:pt x="71374" y="142875"/>
                  </a:cubicBezTo>
                  <a:cubicBezTo>
                    <a:pt x="66675" y="142875"/>
                    <a:pt x="61976" y="142367"/>
                    <a:pt x="57404" y="141478"/>
                  </a:cubicBezTo>
                  <a:cubicBezTo>
                    <a:pt x="52832" y="140589"/>
                    <a:pt x="48387" y="139192"/>
                    <a:pt x="43942" y="137414"/>
                  </a:cubicBezTo>
                  <a:cubicBezTo>
                    <a:pt x="39497" y="135636"/>
                    <a:pt x="35433" y="133477"/>
                    <a:pt x="31623" y="130810"/>
                  </a:cubicBezTo>
                  <a:cubicBezTo>
                    <a:pt x="27813" y="128143"/>
                    <a:pt x="24130" y="125222"/>
                    <a:pt x="20828" y="121920"/>
                  </a:cubicBezTo>
                  <a:cubicBezTo>
                    <a:pt x="17526" y="118618"/>
                    <a:pt x="14605" y="114935"/>
                    <a:pt x="11938" y="111125"/>
                  </a:cubicBezTo>
                  <a:cubicBezTo>
                    <a:pt x="9271" y="107315"/>
                    <a:pt x="7112" y="103124"/>
                    <a:pt x="5334" y="98806"/>
                  </a:cubicBezTo>
                  <a:cubicBezTo>
                    <a:pt x="3556" y="94488"/>
                    <a:pt x="2286" y="89916"/>
                    <a:pt x="1397" y="85344"/>
                  </a:cubicBezTo>
                  <a:cubicBezTo>
                    <a:pt x="508" y="80772"/>
                    <a:pt x="0" y="76073"/>
                    <a:pt x="0" y="71374"/>
                  </a:cubicBezTo>
                  <a:cubicBezTo>
                    <a:pt x="0" y="66675"/>
                    <a:pt x="508" y="61976"/>
                    <a:pt x="1397" y="57404"/>
                  </a:cubicBezTo>
                  <a:cubicBezTo>
                    <a:pt x="2286" y="52832"/>
                    <a:pt x="3683" y="48387"/>
                    <a:pt x="5461" y="43942"/>
                  </a:cubicBezTo>
                  <a:cubicBezTo>
                    <a:pt x="7239" y="39497"/>
                    <a:pt x="9398" y="35433"/>
                    <a:pt x="12065" y="31623"/>
                  </a:cubicBezTo>
                  <a:cubicBezTo>
                    <a:pt x="14732" y="27813"/>
                    <a:pt x="17653" y="24130"/>
                    <a:pt x="20955" y="20828"/>
                  </a:cubicBezTo>
                  <a:cubicBezTo>
                    <a:pt x="24257" y="17526"/>
                    <a:pt x="27940" y="14605"/>
                    <a:pt x="31750" y="11938"/>
                  </a:cubicBezTo>
                  <a:cubicBezTo>
                    <a:pt x="35560" y="9271"/>
                    <a:pt x="39751" y="7112"/>
                    <a:pt x="44069" y="5334"/>
                  </a:cubicBezTo>
                  <a:cubicBezTo>
                    <a:pt x="48387" y="3556"/>
                    <a:pt x="52959" y="2286"/>
                    <a:pt x="57531" y="1397"/>
                  </a:cubicBezTo>
                  <a:cubicBezTo>
                    <a:pt x="62103" y="508"/>
                    <a:pt x="66802" y="0"/>
                    <a:pt x="71501" y="0"/>
                  </a:cubicBezTo>
                  <a:cubicBezTo>
                    <a:pt x="76200" y="0"/>
                    <a:pt x="80899" y="508"/>
                    <a:pt x="85471" y="1397"/>
                  </a:cubicBezTo>
                  <a:cubicBezTo>
                    <a:pt x="90043" y="2286"/>
                    <a:pt x="94488" y="3683"/>
                    <a:pt x="98933" y="5461"/>
                  </a:cubicBezTo>
                  <a:cubicBezTo>
                    <a:pt x="103378" y="7239"/>
                    <a:pt x="107442" y="9398"/>
                    <a:pt x="111252" y="12065"/>
                  </a:cubicBezTo>
                  <a:cubicBezTo>
                    <a:pt x="115062" y="14732"/>
                    <a:pt x="118745" y="17653"/>
                    <a:pt x="122047" y="20955"/>
                  </a:cubicBezTo>
                  <a:cubicBezTo>
                    <a:pt x="125349" y="24257"/>
                    <a:pt x="128270" y="27940"/>
                    <a:pt x="130937" y="31750"/>
                  </a:cubicBezTo>
                  <a:cubicBezTo>
                    <a:pt x="133604" y="35560"/>
                    <a:pt x="135763" y="39751"/>
                    <a:pt x="137541" y="44069"/>
                  </a:cubicBezTo>
                  <a:cubicBezTo>
                    <a:pt x="139319" y="48387"/>
                    <a:pt x="140716" y="52832"/>
                    <a:pt x="141605" y="57531"/>
                  </a:cubicBezTo>
                  <a:cubicBezTo>
                    <a:pt x="142494" y="62230"/>
                    <a:pt x="143002" y="66802"/>
                    <a:pt x="143002" y="7150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49090" y="4578725"/>
            <a:ext cx="142875" cy="142875"/>
            <a:chOff x="0" y="0"/>
            <a:chExt cx="142875" cy="1428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3002" cy="142875"/>
            </a:xfrm>
            <a:custGeom>
              <a:avLst/>
              <a:gdLst/>
              <a:ahLst/>
              <a:cxnLst/>
              <a:rect r="r" b="b" t="t" l="l"/>
              <a:pathLst>
                <a:path h="142875" w="143002">
                  <a:moveTo>
                    <a:pt x="142875" y="71374"/>
                  </a:moveTo>
                  <a:cubicBezTo>
                    <a:pt x="142875" y="76073"/>
                    <a:pt x="142367" y="80772"/>
                    <a:pt x="141478" y="85344"/>
                  </a:cubicBezTo>
                  <a:cubicBezTo>
                    <a:pt x="140589" y="89916"/>
                    <a:pt x="139192" y="94361"/>
                    <a:pt x="137414" y="98806"/>
                  </a:cubicBezTo>
                  <a:cubicBezTo>
                    <a:pt x="135636" y="103251"/>
                    <a:pt x="133477" y="107315"/>
                    <a:pt x="130810" y="111125"/>
                  </a:cubicBezTo>
                  <a:cubicBezTo>
                    <a:pt x="128143" y="114935"/>
                    <a:pt x="125222" y="118618"/>
                    <a:pt x="121920" y="121920"/>
                  </a:cubicBezTo>
                  <a:cubicBezTo>
                    <a:pt x="118618" y="125222"/>
                    <a:pt x="114935" y="128143"/>
                    <a:pt x="111125" y="130810"/>
                  </a:cubicBezTo>
                  <a:cubicBezTo>
                    <a:pt x="107315" y="133477"/>
                    <a:pt x="103124" y="135636"/>
                    <a:pt x="98806" y="137414"/>
                  </a:cubicBezTo>
                  <a:cubicBezTo>
                    <a:pt x="94488" y="139192"/>
                    <a:pt x="90043" y="140589"/>
                    <a:pt x="85344" y="141478"/>
                  </a:cubicBezTo>
                  <a:cubicBezTo>
                    <a:pt x="80645" y="142367"/>
                    <a:pt x="76073" y="142875"/>
                    <a:pt x="71374" y="142875"/>
                  </a:cubicBezTo>
                  <a:cubicBezTo>
                    <a:pt x="66675" y="142875"/>
                    <a:pt x="61976" y="142367"/>
                    <a:pt x="57404" y="141478"/>
                  </a:cubicBezTo>
                  <a:cubicBezTo>
                    <a:pt x="52832" y="140589"/>
                    <a:pt x="48387" y="139192"/>
                    <a:pt x="43942" y="137414"/>
                  </a:cubicBezTo>
                  <a:cubicBezTo>
                    <a:pt x="39497" y="135636"/>
                    <a:pt x="35433" y="133477"/>
                    <a:pt x="31623" y="130810"/>
                  </a:cubicBezTo>
                  <a:cubicBezTo>
                    <a:pt x="27813" y="128143"/>
                    <a:pt x="24130" y="125222"/>
                    <a:pt x="20828" y="121920"/>
                  </a:cubicBezTo>
                  <a:cubicBezTo>
                    <a:pt x="17526" y="118618"/>
                    <a:pt x="14605" y="114935"/>
                    <a:pt x="11938" y="111125"/>
                  </a:cubicBezTo>
                  <a:cubicBezTo>
                    <a:pt x="9271" y="107315"/>
                    <a:pt x="7112" y="103124"/>
                    <a:pt x="5334" y="98806"/>
                  </a:cubicBezTo>
                  <a:cubicBezTo>
                    <a:pt x="3556" y="94488"/>
                    <a:pt x="2286" y="89916"/>
                    <a:pt x="1397" y="85344"/>
                  </a:cubicBezTo>
                  <a:cubicBezTo>
                    <a:pt x="508" y="80772"/>
                    <a:pt x="0" y="76073"/>
                    <a:pt x="0" y="71374"/>
                  </a:cubicBezTo>
                  <a:cubicBezTo>
                    <a:pt x="0" y="66675"/>
                    <a:pt x="508" y="61976"/>
                    <a:pt x="1397" y="57404"/>
                  </a:cubicBezTo>
                  <a:cubicBezTo>
                    <a:pt x="2286" y="52832"/>
                    <a:pt x="3683" y="48387"/>
                    <a:pt x="5461" y="43942"/>
                  </a:cubicBezTo>
                  <a:cubicBezTo>
                    <a:pt x="7239" y="39497"/>
                    <a:pt x="9398" y="35433"/>
                    <a:pt x="12065" y="31623"/>
                  </a:cubicBezTo>
                  <a:cubicBezTo>
                    <a:pt x="14732" y="27813"/>
                    <a:pt x="17653" y="24130"/>
                    <a:pt x="20955" y="20828"/>
                  </a:cubicBezTo>
                  <a:cubicBezTo>
                    <a:pt x="24257" y="17526"/>
                    <a:pt x="27940" y="14605"/>
                    <a:pt x="31750" y="11938"/>
                  </a:cubicBezTo>
                  <a:cubicBezTo>
                    <a:pt x="35560" y="9271"/>
                    <a:pt x="39751" y="7112"/>
                    <a:pt x="44069" y="5334"/>
                  </a:cubicBezTo>
                  <a:cubicBezTo>
                    <a:pt x="48387" y="3556"/>
                    <a:pt x="52959" y="2286"/>
                    <a:pt x="57531" y="1397"/>
                  </a:cubicBezTo>
                  <a:cubicBezTo>
                    <a:pt x="62103" y="508"/>
                    <a:pt x="66802" y="0"/>
                    <a:pt x="71501" y="0"/>
                  </a:cubicBezTo>
                  <a:cubicBezTo>
                    <a:pt x="76200" y="0"/>
                    <a:pt x="80899" y="508"/>
                    <a:pt x="85471" y="1397"/>
                  </a:cubicBezTo>
                  <a:cubicBezTo>
                    <a:pt x="90043" y="2286"/>
                    <a:pt x="94488" y="3683"/>
                    <a:pt x="98933" y="5461"/>
                  </a:cubicBezTo>
                  <a:cubicBezTo>
                    <a:pt x="103378" y="7239"/>
                    <a:pt x="107442" y="9398"/>
                    <a:pt x="111252" y="12065"/>
                  </a:cubicBezTo>
                  <a:cubicBezTo>
                    <a:pt x="115062" y="14732"/>
                    <a:pt x="118745" y="17653"/>
                    <a:pt x="122047" y="20955"/>
                  </a:cubicBezTo>
                  <a:cubicBezTo>
                    <a:pt x="125349" y="24257"/>
                    <a:pt x="128270" y="27940"/>
                    <a:pt x="130937" y="31750"/>
                  </a:cubicBezTo>
                  <a:cubicBezTo>
                    <a:pt x="133604" y="35560"/>
                    <a:pt x="135763" y="39751"/>
                    <a:pt x="137541" y="44069"/>
                  </a:cubicBezTo>
                  <a:cubicBezTo>
                    <a:pt x="139319" y="48387"/>
                    <a:pt x="140716" y="52832"/>
                    <a:pt x="141605" y="57531"/>
                  </a:cubicBezTo>
                  <a:cubicBezTo>
                    <a:pt x="142494" y="62230"/>
                    <a:pt x="143002" y="66802"/>
                    <a:pt x="143002" y="7150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53815" y="226409"/>
            <a:ext cx="2364029" cy="1075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</a:pPr>
            <a:r>
              <a:rPr lang="en-US" sz="60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신상품</a:t>
            </a:r>
            <a:r>
              <a:rPr lang="en-US" b="true" sz="60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71486" y="393887"/>
            <a:ext cx="7099259" cy="110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1"/>
              </a:lnSpc>
            </a:pPr>
            <a:r>
              <a:rPr lang="en-US" b="true" sz="60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(PRODUCT.HTML)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46341" y="1197654"/>
            <a:ext cx="145075" cy="110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27"/>
              </a:lnSpc>
            </a:pPr>
            <a:r>
              <a:rPr lang="en-US" b="true" sz="399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3815" y="1578654"/>
            <a:ext cx="6031840" cy="721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b="true" sz="399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..개상품 / 정렬아이콘버튼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1372" y="2605649"/>
            <a:ext cx="4584744" cy="54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299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왼쪽에 ..개 상품 (상품 개수)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1372" y="4295746"/>
            <a:ext cx="7345623" cy="54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299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상품 카드 정렬 아이콘 2개씩 1열 / 4개씩 1열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87526" y="5091875"/>
            <a:ext cx="7658824" cy="1191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2"/>
              </a:lnSpc>
            </a:pPr>
            <a:r>
              <a:rPr lang="en-US" sz="3347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- 선택된 정렬 아이콘은 테두리가 생기게 함 - 기본은 4개씩 1열 형태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87526" y="3401778"/>
            <a:ext cx="9896113" cy="606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5"/>
              </a:lnSpc>
            </a:pPr>
            <a:r>
              <a:rPr lang="en-US" sz="3347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- 구현한 카드 개수와 상관 없이 사이트를 그대로 구현함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26091" y="261404"/>
            <a:ext cx="4743450" cy="4914900"/>
            <a:chOff x="0" y="0"/>
            <a:chExt cx="6324600" cy="655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24600" cy="6553200"/>
            </a:xfrm>
            <a:custGeom>
              <a:avLst/>
              <a:gdLst/>
              <a:ahLst/>
              <a:cxnLst/>
              <a:rect r="r" b="b" t="t" l="l"/>
              <a:pathLst>
                <a:path h="6553200" w="6324600">
                  <a:moveTo>
                    <a:pt x="0" y="0"/>
                  </a:moveTo>
                  <a:lnTo>
                    <a:pt x="6324600" y="0"/>
                  </a:lnTo>
                  <a:lnTo>
                    <a:pt x="6324600" y="6553200"/>
                  </a:lnTo>
                  <a:lnTo>
                    <a:pt x="0" y="655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9831" r="0" b="-1640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210393" y="5831776"/>
            <a:ext cx="5762625" cy="4305300"/>
            <a:chOff x="0" y="0"/>
            <a:chExt cx="7683500" cy="5740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3500" cy="5740400"/>
            </a:xfrm>
            <a:custGeom>
              <a:avLst/>
              <a:gdLst/>
              <a:ahLst/>
              <a:cxnLst/>
              <a:rect r="r" b="b" t="t" l="l"/>
              <a:pathLst>
                <a:path h="5740400" w="7683500">
                  <a:moveTo>
                    <a:pt x="0" y="0"/>
                  </a:moveTo>
                  <a:lnTo>
                    <a:pt x="7683500" y="0"/>
                  </a:lnTo>
                  <a:lnTo>
                    <a:pt x="7683500" y="5740400"/>
                  </a:lnTo>
                  <a:lnTo>
                    <a:pt x="0" y="574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480889" y="5429936"/>
            <a:ext cx="3105150" cy="4857064"/>
            <a:chOff x="0" y="0"/>
            <a:chExt cx="4140200" cy="64760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40200" cy="6476111"/>
            </a:xfrm>
            <a:custGeom>
              <a:avLst/>
              <a:gdLst/>
              <a:ahLst/>
              <a:cxnLst/>
              <a:rect r="r" b="b" t="t" l="l"/>
              <a:pathLst>
                <a:path h="6476111" w="4140200">
                  <a:moveTo>
                    <a:pt x="0" y="0"/>
                  </a:moveTo>
                  <a:lnTo>
                    <a:pt x="4140200" y="0"/>
                  </a:lnTo>
                  <a:lnTo>
                    <a:pt x="4140200" y="6476111"/>
                  </a:lnTo>
                  <a:lnTo>
                    <a:pt x="0" y="64761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529" t="0" r="-5366" b="-1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49090" y="2888628"/>
            <a:ext cx="142875" cy="142875"/>
            <a:chOff x="0" y="0"/>
            <a:chExt cx="142875" cy="1428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002" cy="142875"/>
            </a:xfrm>
            <a:custGeom>
              <a:avLst/>
              <a:gdLst/>
              <a:ahLst/>
              <a:cxnLst/>
              <a:rect r="r" b="b" t="t" l="l"/>
              <a:pathLst>
                <a:path h="142875" w="143002">
                  <a:moveTo>
                    <a:pt x="142875" y="71374"/>
                  </a:moveTo>
                  <a:cubicBezTo>
                    <a:pt x="142875" y="76073"/>
                    <a:pt x="142367" y="80772"/>
                    <a:pt x="141478" y="85344"/>
                  </a:cubicBezTo>
                  <a:cubicBezTo>
                    <a:pt x="140589" y="89916"/>
                    <a:pt x="139192" y="94361"/>
                    <a:pt x="137414" y="98806"/>
                  </a:cubicBezTo>
                  <a:cubicBezTo>
                    <a:pt x="135636" y="103251"/>
                    <a:pt x="133477" y="107315"/>
                    <a:pt x="130810" y="111125"/>
                  </a:cubicBezTo>
                  <a:cubicBezTo>
                    <a:pt x="128143" y="114935"/>
                    <a:pt x="125222" y="118618"/>
                    <a:pt x="121920" y="121920"/>
                  </a:cubicBezTo>
                  <a:cubicBezTo>
                    <a:pt x="118618" y="125222"/>
                    <a:pt x="114935" y="128143"/>
                    <a:pt x="111125" y="130810"/>
                  </a:cubicBezTo>
                  <a:cubicBezTo>
                    <a:pt x="107315" y="133477"/>
                    <a:pt x="103124" y="135636"/>
                    <a:pt x="98806" y="137414"/>
                  </a:cubicBezTo>
                  <a:cubicBezTo>
                    <a:pt x="94488" y="139192"/>
                    <a:pt x="90043" y="140589"/>
                    <a:pt x="85344" y="141478"/>
                  </a:cubicBezTo>
                  <a:cubicBezTo>
                    <a:pt x="80645" y="142367"/>
                    <a:pt x="76073" y="142875"/>
                    <a:pt x="71374" y="142875"/>
                  </a:cubicBezTo>
                  <a:cubicBezTo>
                    <a:pt x="66675" y="142875"/>
                    <a:pt x="61976" y="142367"/>
                    <a:pt x="57404" y="141478"/>
                  </a:cubicBezTo>
                  <a:cubicBezTo>
                    <a:pt x="52832" y="140589"/>
                    <a:pt x="48387" y="139192"/>
                    <a:pt x="43942" y="137414"/>
                  </a:cubicBezTo>
                  <a:cubicBezTo>
                    <a:pt x="39497" y="135636"/>
                    <a:pt x="35433" y="133477"/>
                    <a:pt x="31623" y="130810"/>
                  </a:cubicBezTo>
                  <a:cubicBezTo>
                    <a:pt x="27813" y="128143"/>
                    <a:pt x="24130" y="125222"/>
                    <a:pt x="20828" y="121920"/>
                  </a:cubicBezTo>
                  <a:cubicBezTo>
                    <a:pt x="17526" y="118618"/>
                    <a:pt x="14605" y="114935"/>
                    <a:pt x="11938" y="111125"/>
                  </a:cubicBezTo>
                  <a:cubicBezTo>
                    <a:pt x="9271" y="107315"/>
                    <a:pt x="7112" y="103124"/>
                    <a:pt x="5334" y="98806"/>
                  </a:cubicBezTo>
                  <a:cubicBezTo>
                    <a:pt x="3556" y="94488"/>
                    <a:pt x="2286" y="89916"/>
                    <a:pt x="1397" y="85344"/>
                  </a:cubicBezTo>
                  <a:cubicBezTo>
                    <a:pt x="508" y="80772"/>
                    <a:pt x="0" y="76073"/>
                    <a:pt x="0" y="71374"/>
                  </a:cubicBezTo>
                  <a:cubicBezTo>
                    <a:pt x="0" y="66675"/>
                    <a:pt x="508" y="61976"/>
                    <a:pt x="1397" y="57404"/>
                  </a:cubicBezTo>
                  <a:cubicBezTo>
                    <a:pt x="2286" y="52832"/>
                    <a:pt x="3683" y="48387"/>
                    <a:pt x="5461" y="43942"/>
                  </a:cubicBezTo>
                  <a:cubicBezTo>
                    <a:pt x="7239" y="39497"/>
                    <a:pt x="9398" y="35433"/>
                    <a:pt x="12065" y="31623"/>
                  </a:cubicBezTo>
                  <a:cubicBezTo>
                    <a:pt x="14732" y="27813"/>
                    <a:pt x="17653" y="24130"/>
                    <a:pt x="20955" y="20828"/>
                  </a:cubicBezTo>
                  <a:cubicBezTo>
                    <a:pt x="24257" y="17526"/>
                    <a:pt x="27940" y="14605"/>
                    <a:pt x="31750" y="11938"/>
                  </a:cubicBezTo>
                  <a:cubicBezTo>
                    <a:pt x="35560" y="9271"/>
                    <a:pt x="39751" y="7112"/>
                    <a:pt x="44069" y="5334"/>
                  </a:cubicBezTo>
                  <a:cubicBezTo>
                    <a:pt x="48387" y="3556"/>
                    <a:pt x="52959" y="2286"/>
                    <a:pt x="57531" y="1397"/>
                  </a:cubicBezTo>
                  <a:cubicBezTo>
                    <a:pt x="62103" y="508"/>
                    <a:pt x="66802" y="0"/>
                    <a:pt x="71501" y="0"/>
                  </a:cubicBezTo>
                  <a:cubicBezTo>
                    <a:pt x="76200" y="0"/>
                    <a:pt x="80899" y="508"/>
                    <a:pt x="85471" y="1397"/>
                  </a:cubicBezTo>
                  <a:cubicBezTo>
                    <a:pt x="90043" y="2286"/>
                    <a:pt x="94488" y="3683"/>
                    <a:pt x="98933" y="5461"/>
                  </a:cubicBezTo>
                  <a:cubicBezTo>
                    <a:pt x="103378" y="7239"/>
                    <a:pt x="107442" y="9398"/>
                    <a:pt x="111252" y="12065"/>
                  </a:cubicBezTo>
                  <a:cubicBezTo>
                    <a:pt x="115062" y="14732"/>
                    <a:pt x="118745" y="17653"/>
                    <a:pt x="122047" y="20955"/>
                  </a:cubicBezTo>
                  <a:cubicBezTo>
                    <a:pt x="125349" y="24257"/>
                    <a:pt x="128270" y="27940"/>
                    <a:pt x="130937" y="31750"/>
                  </a:cubicBezTo>
                  <a:cubicBezTo>
                    <a:pt x="133604" y="35560"/>
                    <a:pt x="135763" y="39751"/>
                    <a:pt x="137541" y="44069"/>
                  </a:cubicBezTo>
                  <a:cubicBezTo>
                    <a:pt x="139319" y="48387"/>
                    <a:pt x="140716" y="52832"/>
                    <a:pt x="141605" y="57531"/>
                  </a:cubicBezTo>
                  <a:cubicBezTo>
                    <a:pt x="142494" y="62230"/>
                    <a:pt x="143002" y="66802"/>
                    <a:pt x="143002" y="7150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79710" y="3096682"/>
            <a:ext cx="10765879" cy="4203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67"/>
              </a:lnSpc>
            </a:pPr>
            <a:r>
              <a:rPr lang="en-US" sz="3146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- 상품 영역에 마우스 대면 이미지 스크롤 버튼 나타남</a:t>
            </a:r>
          </a:p>
          <a:p>
            <a:pPr algn="l">
              <a:lnSpc>
                <a:spcPts val="7867"/>
              </a:lnSpc>
            </a:pPr>
            <a:r>
              <a:rPr lang="en-US" sz="3146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- 2색상 이상인 제품은 텍스트 사라지고 상품 색상 이미지 나타남 - 하트 표시 버튼은 이미지 넘겨도 유지 - 상품 영역 클릭시 상세 페이지로 연결됨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3815" y="226409"/>
            <a:ext cx="2364029" cy="1075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</a:pPr>
            <a:r>
              <a:rPr lang="en-US" sz="60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신상품</a:t>
            </a:r>
            <a:r>
              <a:rPr lang="en-US" b="true" sz="60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71486" y="460562"/>
            <a:ext cx="7099259" cy="104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</a:pPr>
            <a:r>
              <a:rPr lang="en-US" b="true" sz="60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(PRODUCT.HTML)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3815" y="1578654"/>
            <a:ext cx="2528383" cy="721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b="true" sz="399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상품</a:t>
            </a:r>
            <a:r>
              <a:rPr lang="en-US" b="true" sz="399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b="true" sz="399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리스트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1372" y="2605649"/>
            <a:ext cx="4792980" cy="54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299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총 12개의 상품으로 카드 구성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3815" y="2598553"/>
            <a:ext cx="5143500" cy="6181725"/>
            <a:chOff x="0" y="0"/>
            <a:chExt cx="6858000" cy="8242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58000" cy="8242300"/>
            </a:xfrm>
            <a:custGeom>
              <a:avLst/>
              <a:gdLst/>
              <a:ahLst/>
              <a:cxnLst/>
              <a:rect r="r" b="b" t="t" l="l"/>
              <a:pathLst>
                <a:path h="82423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8242300"/>
                  </a:lnTo>
                  <a:lnTo>
                    <a:pt x="0" y="8242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759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343382" y="1508188"/>
            <a:ext cx="4867275" cy="4181475"/>
            <a:chOff x="0" y="0"/>
            <a:chExt cx="6489700" cy="5575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89700" cy="5575300"/>
            </a:xfrm>
            <a:custGeom>
              <a:avLst/>
              <a:gdLst/>
              <a:ahLst/>
              <a:cxnLst/>
              <a:rect r="r" b="b" t="t" l="l"/>
              <a:pathLst>
                <a:path h="5575300" w="6489700">
                  <a:moveTo>
                    <a:pt x="0" y="0"/>
                  </a:moveTo>
                  <a:lnTo>
                    <a:pt x="6489700" y="0"/>
                  </a:lnTo>
                  <a:lnTo>
                    <a:pt x="6489700" y="5575300"/>
                  </a:lnTo>
                  <a:lnTo>
                    <a:pt x="0" y="557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054905" y="5995921"/>
            <a:ext cx="7153275" cy="3905250"/>
            <a:chOff x="0" y="0"/>
            <a:chExt cx="9537700" cy="5207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37700" cy="5207000"/>
            </a:xfrm>
            <a:custGeom>
              <a:avLst/>
              <a:gdLst/>
              <a:ahLst/>
              <a:cxnLst/>
              <a:rect r="r" b="b" t="t" l="l"/>
              <a:pathLst>
                <a:path h="5207000" w="9537700">
                  <a:moveTo>
                    <a:pt x="0" y="0"/>
                  </a:moveTo>
                  <a:lnTo>
                    <a:pt x="9537700" y="0"/>
                  </a:lnTo>
                  <a:lnTo>
                    <a:pt x="9537700" y="5207000"/>
                  </a:lnTo>
                  <a:lnTo>
                    <a:pt x="0" y="520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221273" y="2717178"/>
            <a:ext cx="5848350" cy="4676775"/>
            <a:chOff x="0" y="0"/>
            <a:chExt cx="7797800" cy="62357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797800" cy="6235700"/>
            </a:xfrm>
            <a:custGeom>
              <a:avLst/>
              <a:gdLst/>
              <a:ahLst/>
              <a:cxnLst/>
              <a:rect r="r" b="b" t="t" l="l"/>
              <a:pathLst>
                <a:path h="6235700" w="7797800">
                  <a:moveTo>
                    <a:pt x="0" y="0"/>
                  </a:moveTo>
                  <a:lnTo>
                    <a:pt x="7797800" y="0"/>
                  </a:lnTo>
                  <a:lnTo>
                    <a:pt x="7797800" y="6235700"/>
                  </a:lnTo>
                  <a:lnTo>
                    <a:pt x="0" y="6235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53815" y="226409"/>
            <a:ext cx="2364029" cy="1075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</a:pPr>
            <a:r>
              <a:rPr lang="en-US" sz="60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신상품</a:t>
            </a:r>
            <a:r>
              <a:rPr lang="en-US" b="true" sz="60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71486" y="393887"/>
            <a:ext cx="7099259" cy="110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1"/>
              </a:lnSpc>
            </a:pPr>
            <a:r>
              <a:rPr lang="en-US" b="true" sz="60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(PRODUCT.HTML)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07454" y="1197654"/>
            <a:ext cx="145075" cy="110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27"/>
              </a:lnSpc>
            </a:pPr>
            <a:r>
              <a:rPr lang="en-US" b="true" sz="399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3815" y="1578654"/>
            <a:ext cx="12823803" cy="721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b="true" sz="399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상품리스트 - 이미지넘기기 / 하트표시 / 상세 페이지 연결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1261" y="7850838"/>
            <a:ext cx="10506075" cy="1971675"/>
            <a:chOff x="0" y="0"/>
            <a:chExt cx="14008100" cy="2628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08100" cy="2628900"/>
            </a:xfrm>
            <a:custGeom>
              <a:avLst/>
              <a:gdLst/>
              <a:ahLst/>
              <a:cxnLst/>
              <a:rect r="r" b="b" t="t" l="l"/>
              <a:pathLst>
                <a:path h="2628900" w="14008100">
                  <a:moveTo>
                    <a:pt x="0" y="0"/>
                  </a:moveTo>
                  <a:lnTo>
                    <a:pt x="14008100" y="0"/>
                  </a:lnTo>
                  <a:lnTo>
                    <a:pt x="14008100" y="2628900"/>
                  </a:lnTo>
                  <a:lnTo>
                    <a:pt x="0" y="262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73476" y="1581560"/>
            <a:ext cx="10629900" cy="1581150"/>
            <a:chOff x="0" y="0"/>
            <a:chExt cx="14173200" cy="2108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173200" cy="2108200"/>
            </a:xfrm>
            <a:custGeom>
              <a:avLst/>
              <a:gdLst/>
              <a:ahLst/>
              <a:cxnLst/>
              <a:rect r="r" b="b" t="t" l="l"/>
              <a:pathLst>
                <a:path h="2108200" w="14173200">
                  <a:moveTo>
                    <a:pt x="0" y="0"/>
                  </a:moveTo>
                  <a:lnTo>
                    <a:pt x="14173200" y="0"/>
                  </a:lnTo>
                  <a:lnTo>
                    <a:pt x="14173200" y="2108200"/>
                  </a:lnTo>
                  <a:lnTo>
                    <a:pt x="0" y="210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63" r="0" b="-104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194809" y="4265981"/>
            <a:ext cx="6791325" cy="2867025"/>
            <a:chOff x="0" y="0"/>
            <a:chExt cx="9055100" cy="3822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055100" cy="3822700"/>
            </a:xfrm>
            <a:custGeom>
              <a:avLst/>
              <a:gdLst/>
              <a:ahLst/>
              <a:cxnLst/>
              <a:rect r="r" b="b" t="t" l="l"/>
              <a:pathLst>
                <a:path h="3822700" w="9055100">
                  <a:moveTo>
                    <a:pt x="0" y="0"/>
                  </a:moveTo>
                  <a:lnTo>
                    <a:pt x="9055100" y="0"/>
                  </a:lnTo>
                  <a:lnTo>
                    <a:pt x="9055100" y="3822700"/>
                  </a:lnTo>
                  <a:lnTo>
                    <a:pt x="0" y="3822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52825" y="2888628"/>
            <a:ext cx="142875" cy="142875"/>
            <a:chOff x="0" y="0"/>
            <a:chExt cx="142875" cy="1428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2875" cy="142875"/>
            </a:xfrm>
            <a:custGeom>
              <a:avLst/>
              <a:gdLst/>
              <a:ahLst/>
              <a:cxnLst/>
              <a:rect r="r" b="b" t="t" l="l"/>
              <a:pathLst>
                <a:path h="142875" w="142875">
                  <a:moveTo>
                    <a:pt x="142875" y="71374"/>
                  </a:moveTo>
                  <a:cubicBezTo>
                    <a:pt x="142875" y="76073"/>
                    <a:pt x="142367" y="80772"/>
                    <a:pt x="141478" y="85344"/>
                  </a:cubicBezTo>
                  <a:cubicBezTo>
                    <a:pt x="140589" y="89916"/>
                    <a:pt x="139192" y="94361"/>
                    <a:pt x="137414" y="98806"/>
                  </a:cubicBezTo>
                  <a:cubicBezTo>
                    <a:pt x="135636" y="103251"/>
                    <a:pt x="133477" y="107315"/>
                    <a:pt x="130810" y="111125"/>
                  </a:cubicBezTo>
                  <a:cubicBezTo>
                    <a:pt x="128143" y="114935"/>
                    <a:pt x="125222" y="118618"/>
                    <a:pt x="121920" y="121920"/>
                  </a:cubicBezTo>
                  <a:cubicBezTo>
                    <a:pt x="118618" y="125222"/>
                    <a:pt x="114935" y="128143"/>
                    <a:pt x="111125" y="130810"/>
                  </a:cubicBezTo>
                  <a:cubicBezTo>
                    <a:pt x="107315" y="133477"/>
                    <a:pt x="103124" y="135636"/>
                    <a:pt x="98806" y="137414"/>
                  </a:cubicBezTo>
                  <a:cubicBezTo>
                    <a:pt x="94488" y="139192"/>
                    <a:pt x="90043" y="140589"/>
                    <a:pt x="85344" y="141478"/>
                  </a:cubicBezTo>
                  <a:cubicBezTo>
                    <a:pt x="80645" y="142367"/>
                    <a:pt x="76073" y="142875"/>
                    <a:pt x="71374" y="142875"/>
                  </a:cubicBezTo>
                  <a:cubicBezTo>
                    <a:pt x="66675" y="142875"/>
                    <a:pt x="61976" y="142367"/>
                    <a:pt x="57404" y="141478"/>
                  </a:cubicBezTo>
                  <a:cubicBezTo>
                    <a:pt x="52832" y="140589"/>
                    <a:pt x="48387" y="139192"/>
                    <a:pt x="43942" y="137414"/>
                  </a:cubicBezTo>
                  <a:cubicBezTo>
                    <a:pt x="39497" y="135636"/>
                    <a:pt x="35433" y="133477"/>
                    <a:pt x="31623" y="130810"/>
                  </a:cubicBezTo>
                  <a:cubicBezTo>
                    <a:pt x="27813" y="128143"/>
                    <a:pt x="24130" y="125222"/>
                    <a:pt x="20828" y="121920"/>
                  </a:cubicBezTo>
                  <a:cubicBezTo>
                    <a:pt x="17526" y="118618"/>
                    <a:pt x="14605" y="114935"/>
                    <a:pt x="11938" y="111125"/>
                  </a:cubicBezTo>
                  <a:cubicBezTo>
                    <a:pt x="9271" y="107315"/>
                    <a:pt x="7112" y="103124"/>
                    <a:pt x="5334" y="98806"/>
                  </a:cubicBezTo>
                  <a:cubicBezTo>
                    <a:pt x="3556" y="94488"/>
                    <a:pt x="2286" y="89916"/>
                    <a:pt x="1397" y="85344"/>
                  </a:cubicBezTo>
                  <a:cubicBezTo>
                    <a:pt x="508" y="80772"/>
                    <a:pt x="0" y="76073"/>
                    <a:pt x="0" y="71374"/>
                  </a:cubicBezTo>
                  <a:cubicBezTo>
                    <a:pt x="0" y="66675"/>
                    <a:pt x="508" y="61976"/>
                    <a:pt x="1397" y="57404"/>
                  </a:cubicBezTo>
                  <a:cubicBezTo>
                    <a:pt x="2286" y="52832"/>
                    <a:pt x="3683" y="48387"/>
                    <a:pt x="5461" y="43942"/>
                  </a:cubicBezTo>
                  <a:cubicBezTo>
                    <a:pt x="7239" y="39497"/>
                    <a:pt x="9398" y="35433"/>
                    <a:pt x="12065" y="31623"/>
                  </a:cubicBezTo>
                  <a:cubicBezTo>
                    <a:pt x="14732" y="27813"/>
                    <a:pt x="17653" y="24130"/>
                    <a:pt x="20955" y="20828"/>
                  </a:cubicBezTo>
                  <a:cubicBezTo>
                    <a:pt x="24257" y="17526"/>
                    <a:pt x="27940" y="14605"/>
                    <a:pt x="31750" y="11938"/>
                  </a:cubicBezTo>
                  <a:cubicBezTo>
                    <a:pt x="35560" y="9271"/>
                    <a:pt x="39751" y="7112"/>
                    <a:pt x="44069" y="5334"/>
                  </a:cubicBezTo>
                  <a:cubicBezTo>
                    <a:pt x="48387" y="3556"/>
                    <a:pt x="52959" y="2286"/>
                    <a:pt x="57531" y="1397"/>
                  </a:cubicBezTo>
                  <a:cubicBezTo>
                    <a:pt x="62103" y="508"/>
                    <a:pt x="66802" y="0"/>
                    <a:pt x="71374" y="0"/>
                  </a:cubicBezTo>
                  <a:cubicBezTo>
                    <a:pt x="75946" y="0"/>
                    <a:pt x="80772" y="508"/>
                    <a:pt x="85344" y="1397"/>
                  </a:cubicBezTo>
                  <a:cubicBezTo>
                    <a:pt x="89916" y="2286"/>
                    <a:pt x="94361" y="3683"/>
                    <a:pt x="98806" y="5461"/>
                  </a:cubicBezTo>
                  <a:cubicBezTo>
                    <a:pt x="103251" y="7239"/>
                    <a:pt x="107315" y="9398"/>
                    <a:pt x="111125" y="12065"/>
                  </a:cubicBezTo>
                  <a:cubicBezTo>
                    <a:pt x="114935" y="14732"/>
                    <a:pt x="118618" y="17653"/>
                    <a:pt x="121920" y="20955"/>
                  </a:cubicBezTo>
                  <a:cubicBezTo>
                    <a:pt x="125222" y="24257"/>
                    <a:pt x="128143" y="27940"/>
                    <a:pt x="130810" y="31750"/>
                  </a:cubicBezTo>
                  <a:cubicBezTo>
                    <a:pt x="133477" y="35560"/>
                    <a:pt x="135636" y="39751"/>
                    <a:pt x="137414" y="44069"/>
                  </a:cubicBezTo>
                  <a:cubicBezTo>
                    <a:pt x="139192" y="48387"/>
                    <a:pt x="140589" y="52832"/>
                    <a:pt x="141478" y="57531"/>
                  </a:cubicBezTo>
                  <a:cubicBezTo>
                    <a:pt x="142367" y="62230"/>
                    <a:pt x="142875" y="66802"/>
                    <a:pt x="142875" y="7150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52825" y="4578725"/>
            <a:ext cx="142875" cy="142875"/>
            <a:chOff x="0" y="0"/>
            <a:chExt cx="142875" cy="1428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2875" cy="142875"/>
            </a:xfrm>
            <a:custGeom>
              <a:avLst/>
              <a:gdLst/>
              <a:ahLst/>
              <a:cxnLst/>
              <a:rect r="r" b="b" t="t" l="l"/>
              <a:pathLst>
                <a:path h="142875" w="142875">
                  <a:moveTo>
                    <a:pt x="142875" y="71374"/>
                  </a:moveTo>
                  <a:cubicBezTo>
                    <a:pt x="142875" y="76073"/>
                    <a:pt x="142367" y="80772"/>
                    <a:pt x="141478" y="85344"/>
                  </a:cubicBezTo>
                  <a:cubicBezTo>
                    <a:pt x="140589" y="89916"/>
                    <a:pt x="139192" y="94361"/>
                    <a:pt x="137414" y="98806"/>
                  </a:cubicBezTo>
                  <a:cubicBezTo>
                    <a:pt x="135636" y="103251"/>
                    <a:pt x="133477" y="107315"/>
                    <a:pt x="130810" y="111125"/>
                  </a:cubicBezTo>
                  <a:cubicBezTo>
                    <a:pt x="128143" y="114935"/>
                    <a:pt x="125222" y="118618"/>
                    <a:pt x="121920" y="121920"/>
                  </a:cubicBezTo>
                  <a:cubicBezTo>
                    <a:pt x="118618" y="125222"/>
                    <a:pt x="114935" y="128143"/>
                    <a:pt x="111125" y="130810"/>
                  </a:cubicBezTo>
                  <a:cubicBezTo>
                    <a:pt x="107315" y="133477"/>
                    <a:pt x="103124" y="135636"/>
                    <a:pt x="98806" y="137414"/>
                  </a:cubicBezTo>
                  <a:cubicBezTo>
                    <a:pt x="94488" y="139192"/>
                    <a:pt x="90043" y="140589"/>
                    <a:pt x="85344" y="141478"/>
                  </a:cubicBezTo>
                  <a:cubicBezTo>
                    <a:pt x="80645" y="142367"/>
                    <a:pt x="76073" y="142875"/>
                    <a:pt x="71374" y="142875"/>
                  </a:cubicBezTo>
                  <a:cubicBezTo>
                    <a:pt x="66675" y="142875"/>
                    <a:pt x="61976" y="142367"/>
                    <a:pt x="57404" y="141478"/>
                  </a:cubicBezTo>
                  <a:cubicBezTo>
                    <a:pt x="52832" y="140589"/>
                    <a:pt x="48387" y="139192"/>
                    <a:pt x="43942" y="137414"/>
                  </a:cubicBezTo>
                  <a:cubicBezTo>
                    <a:pt x="39497" y="135636"/>
                    <a:pt x="35433" y="133477"/>
                    <a:pt x="31623" y="130810"/>
                  </a:cubicBezTo>
                  <a:cubicBezTo>
                    <a:pt x="27813" y="128143"/>
                    <a:pt x="24130" y="125222"/>
                    <a:pt x="20828" y="121920"/>
                  </a:cubicBezTo>
                  <a:cubicBezTo>
                    <a:pt x="17526" y="118618"/>
                    <a:pt x="14605" y="114935"/>
                    <a:pt x="11938" y="111125"/>
                  </a:cubicBezTo>
                  <a:cubicBezTo>
                    <a:pt x="9271" y="107315"/>
                    <a:pt x="7112" y="103124"/>
                    <a:pt x="5334" y="98806"/>
                  </a:cubicBezTo>
                  <a:cubicBezTo>
                    <a:pt x="3556" y="94488"/>
                    <a:pt x="2286" y="89916"/>
                    <a:pt x="1397" y="85344"/>
                  </a:cubicBezTo>
                  <a:cubicBezTo>
                    <a:pt x="508" y="80772"/>
                    <a:pt x="0" y="76073"/>
                    <a:pt x="0" y="71374"/>
                  </a:cubicBezTo>
                  <a:cubicBezTo>
                    <a:pt x="0" y="66675"/>
                    <a:pt x="508" y="61976"/>
                    <a:pt x="1397" y="57404"/>
                  </a:cubicBezTo>
                  <a:cubicBezTo>
                    <a:pt x="2286" y="52832"/>
                    <a:pt x="3683" y="48387"/>
                    <a:pt x="5461" y="43942"/>
                  </a:cubicBezTo>
                  <a:cubicBezTo>
                    <a:pt x="7239" y="39497"/>
                    <a:pt x="9398" y="35433"/>
                    <a:pt x="12065" y="31623"/>
                  </a:cubicBezTo>
                  <a:cubicBezTo>
                    <a:pt x="14732" y="27813"/>
                    <a:pt x="17653" y="24130"/>
                    <a:pt x="20955" y="20828"/>
                  </a:cubicBezTo>
                  <a:cubicBezTo>
                    <a:pt x="24257" y="17526"/>
                    <a:pt x="27940" y="14605"/>
                    <a:pt x="31750" y="11938"/>
                  </a:cubicBezTo>
                  <a:cubicBezTo>
                    <a:pt x="35560" y="9271"/>
                    <a:pt x="39751" y="7112"/>
                    <a:pt x="44069" y="5334"/>
                  </a:cubicBezTo>
                  <a:cubicBezTo>
                    <a:pt x="48387" y="3556"/>
                    <a:pt x="52959" y="2286"/>
                    <a:pt x="57531" y="1397"/>
                  </a:cubicBezTo>
                  <a:cubicBezTo>
                    <a:pt x="62103" y="508"/>
                    <a:pt x="66802" y="0"/>
                    <a:pt x="71374" y="0"/>
                  </a:cubicBezTo>
                  <a:cubicBezTo>
                    <a:pt x="75946" y="0"/>
                    <a:pt x="80772" y="508"/>
                    <a:pt x="85344" y="1397"/>
                  </a:cubicBezTo>
                  <a:cubicBezTo>
                    <a:pt x="89916" y="2286"/>
                    <a:pt x="94361" y="3683"/>
                    <a:pt x="98806" y="5461"/>
                  </a:cubicBezTo>
                  <a:cubicBezTo>
                    <a:pt x="103251" y="7239"/>
                    <a:pt x="107315" y="9398"/>
                    <a:pt x="111125" y="12065"/>
                  </a:cubicBezTo>
                  <a:cubicBezTo>
                    <a:pt x="114935" y="14732"/>
                    <a:pt x="118618" y="17653"/>
                    <a:pt x="121920" y="20955"/>
                  </a:cubicBezTo>
                  <a:cubicBezTo>
                    <a:pt x="125222" y="24257"/>
                    <a:pt x="128143" y="27940"/>
                    <a:pt x="130810" y="31750"/>
                  </a:cubicBezTo>
                  <a:cubicBezTo>
                    <a:pt x="133477" y="35560"/>
                    <a:pt x="135636" y="39751"/>
                    <a:pt x="137414" y="44069"/>
                  </a:cubicBezTo>
                  <a:cubicBezTo>
                    <a:pt x="139192" y="48387"/>
                    <a:pt x="140589" y="52832"/>
                    <a:pt x="141478" y="57531"/>
                  </a:cubicBezTo>
                  <a:cubicBezTo>
                    <a:pt x="142367" y="62230"/>
                    <a:pt x="142875" y="66802"/>
                    <a:pt x="142875" y="7150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53815" y="226409"/>
            <a:ext cx="2364029" cy="1075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</a:pPr>
            <a:r>
              <a:rPr lang="en-US" sz="60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신상품</a:t>
            </a:r>
            <a:r>
              <a:rPr lang="en-US" b="true" sz="60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71486" y="393887"/>
            <a:ext cx="7099259" cy="110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1"/>
              </a:lnSpc>
            </a:pPr>
            <a:r>
              <a:rPr lang="en-US" b="true" sz="60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(PRODUCT.HTML)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676775" y="1199693"/>
            <a:ext cx="145075" cy="110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27"/>
              </a:lnSpc>
            </a:pPr>
            <a:r>
              <a:rPr lang="en-US" b="true" sz="399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3815" y="1580693"/>
            <a:ext cx="5201831" cy="1552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b="true" sz="399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더보기</a:t>
            </a:r>
            <a:r>
              <a:rPr lang="en-US" b="true" sz="399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b="true" sz="399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및</a:t>
            </a:r>
            <a:r>
              <a:rPr lang="en-US" b="true" sz="399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b="true" sz="399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모두보기</a:t>
            </a:r>
            <a:r>
              <a:rPr lang="en-US" b="true" sz="399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b="true" sz="399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버튼</a:t>
            </a:r>
          </a:p>
          <a:p>
            <a:pPr algn="l">
              <a:lnSpc>
                <a:spcPts val="4198"/>
              </a:lnSpc>
            </a:pPr>
            <a:r>
              <a:rPr lang="en-US" sz="299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왼쪽에 더보기 버튼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5098" y="4295746"/>
            <a:ext cx="3900278" cy="54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299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오른쪽에 모두 보기 버튼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1261" y="3414312"/>
            <a:ext cx="9597561" cy="590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5"/>
              </a:lnSpc>
            </a:pPr>
            <a:r>
              <a:rPr lang="en-US" sz="3246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- 구현한 카드 개수와 상관 없이 사이트를 그대로 구현함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91261" y="5113934"/>
            <a:ext cx="10875883" cy="229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3246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- 구현한 카드 개수와 상관 없이 사이트를 그대로 구현함 - 버튼 클릭시 카테고리 버튼을 통해 해당 카테고리 상품만 표시 되었던 화면을 처음화면 (12개 상품 모두 화면에 표시, 제목은 신상품) 으로 되돌려줌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87759" y="4777264"/>
            <a:ext cx="4752975" cy="5505450"/>
            <a:chOff x="0" y="0"/>
            <a:chExt cx="6337300" cy="7340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37300" cy="7340600"/>
            </a:xfrm>
            <a:custGeom>
              <a:avLst/>
              <a:gdLst/>
              <a:ahLst/>
              <a:cxnLst/>
              <a:rect r="r" b="b" t="t" l="l"/>
              <a:pathLst>
                <a:path h="7340600" w="6337300">
                  <a:moveTo>
                    <a:pt x="0" y="0"/>
                  </a:moveTo>
                  <a:lnTo>
                    <a:pt x="6337300" y="0"/>
                  </a:lnTo>
                  <a:lnTo>
                    <a:pt x="6337300" y="7340600"/>
                  </a:lnTo>
                  <a:lnTo>
                    <a:pt x="0" y="734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774092" y="453466"/>
            <a:ext cx="4343400" cy="5562600"/>
            <a:chOff x="0" y="0"/>
            <a:chExt cx="5791200" cy="7416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91200" cy="7416800"/>
            </a:xfrm>
            <a:custGeom>
              <a:avLst/>
              <a:gdLst/>
              <a:ahLst/>
              <a:cxnLst/>
              <a:rect r="r" b="b" t="t" l="l"/>
              <a:pathLst>
                <a:path h="741680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7416800"/>
                  </a:lnTo>
                  <a:lnTo>
                    <a:pt x="0" y="741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148142" y="6629952"/>
            <a:ext cx="9248775" cy="3295650"/>
            <a:chOff x="0" y="0"/>
            <a:chExt cx="12331700" cy="4394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331700" cy="4394200"/>
            </a:xfrm>
            <a:custGeom>
              <a:avLst/>
              <a:gdLst/>
              <a:ahLst/>
              <a:cxnLst/>
              <a:rect r="r" b="b" t="t" l="l"/>
              <a:pathLst>
                <a:path h="4394200" w="12331700">
                  <a:moveTo>
                    <a:pt x="0" y="0"/>
                  </a:moveTo>
                  <a:lnTo>
                    <a:pt x="12331700" y="0"/>
                  </a:lnTo>
                  <a:lnTo>
                    <a:pt x="12331700" y="4394200"/>
                  </a:lnTo>
                  <a:lnTo>
                    <a:pt x="0" y="4394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49090" y="2888628"/>
            <a:ext cx="142875" cy="142875"/>
            <a:chOff x="0" y="0"/>
            <a:chExt cx="142875" cy="1428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002" cy="142875"/>
            </a:xfrm>
            <a:custGeom>
              <a:avLst/>
              <a:gdLst/>
              <a:ahLst/>
              <a:cxnLst/>
              <a:rect r="r" b="b" t="t" l="l"/>
              <a:pathLst>
                <a:path h="142875" w="143002">
                  <a:moveTo>
                    <a:pt x="142875" y="71374"/>
                  </a:moveTo>
                  <a:cubicBezTo>
                    <a:pt x="142875" y="76073"/>
                    <a:pt x="142367" y="80772"/>
                    <a:pt x="141478" y="85344"/>
                  </a:cubicBezTo>
                  <a:cubicBezTo>
                    <a:pt x="140589" y="89916"/>
                    <a:pt x="139192" y="94361"/>
                    <a:pt x="137414" y="98806"/>
                  </a:cubicBezTo>
                  <a:cubicBezTo>
                    <a:pt x="135636" y="103251"/>
                    <a:pt x="133477" y="107315"/>
                    <a:pt x="130810" y="111125"/>
                  </a:cubicBezTo>
                  <a:cubicBezTo>
                    <a:pt x="128143" y="114935"/>
                    <a:pt x="125222" y="118618"/>
                    <a:pt x="121920" y="121920"/>
                  </a:cubicBezTo>
                  <a:cubicBezTo>
                    <a:pt x="118618" y="125222"/>
                    <a:pt x="114935" y="128143"/>
                    <a:pt x="111125" y="130810"/>
                  </a:cubicBezTo>
                  <a:cubicBezTo>
                    <a:pt x="107315" y="133477"/>
                    <a:pt x="103124" y="135636"/>
                    <a:pt x="98806" y="137414"/>
                  </a:cubicBezTo>
                  <a:cubicBezTo>
                    <a:pt x="94488" y="139192"/>
                    <a:pt x="90043" y="140589"/>
                    <a:pt x="85344" y="141478"/>
                  </a:cubicBezTo>
                  <a:cubicBezTo>
                    <a:pt x="80645" y="142367"/>
                    <a:pt x="76073" y="142875"/>
                    <a:pt x="71374" y="142875"/>
                  </a:cubicBezTo>
                  <a:cubicBezTo>
                    <a:pt x="66675" y="142875"/>
                    <a:pt x="61976" y="142367"/>
                    <a:pt x="57404" y="141478"/>
                  </a:cubicBezTo>
                  <a:cubicBezTo>
                    <a:pt x="52832" y="140589"/>
                    <a:pt x="48387" y="139192"/>
                    <a:pt x="43942" y="137414"/>
                  </a:cubicBezTo>
                  <a:cubicBezTo>
                    <a:pt x="39497" y="135636"/>
                    <a:pt x="35433" y="133477"/>
                    <a:pt x="31623" y="130810"/>
                  </a:cubicBezTo>
                  <a:cubicBezTo>
                    <a:pt x="27813" y="128143"/>
                    <a:pt x="24130" y="125222"/>
                    <a:pt x="20828" y="121920"/>
                  </a:cubicBezTo>
                  <a:cubicBezTo>
                    <a:pt x="17526" y="118618"/>
                    <a:pt x="14605" y="114935"/>
                    <a:pt x="11938" y="111125"/>
                  </a:cubicBezTo>
                  <a:cubicBezTo>
                    <a:pt x="9271" y="107315"/>
                    <a:pt x="7112" y="103124"/>
                    <a:pt x="5334" y="98806"/>
                  </a:cubicBezTo>
                  <a:cubicBezTo>
                    <a:pt x="3556" y="94488"/>
                    <a:pt x="2286" y="89916"/>
                    <a:pt x="1397" y="85344"/>
                  </a:cubicBezTo>
                  <a:cubicBezTo>
                    <a:pt x="508" y="80772"/>
                    <a:pt x="0" y="76073"/>
                    <a:pt x="0" y="71374"/>
                  </a:cubicBezTo>
                  <a:cubicBezTo>
                    <a:pt x="0" y="66675"/>
                    <a:pt x="508" y="61976"/>
                    <a:pt x="1397" y="57404"/>
                  </a:cubicBezTo>
                  <a:cubicBezTo>
                    <a:pt x="2286" y="52832"/>
                    <a:pt x="3683" y="48387"/>
                    <a:pt x="5461" y="43942"/>
                  </a:cubicBezTo>
                  <a:cubicBezTo>
                    <a:pt x="7239" y="39497"/>
                    <a:pt x="9398" y="35433"/>
                    <a:pt x="12065" y="31623"/>
                  </a:cubicBezTo>
                  <a:cubicBezTo>
                    <a:pt x="14732" y="27813"/>
                    <a:pt x="17653" y="24130"/>
                    <a:pt x="20955" y="20828"/>
                  </a:cubicBezTo>
                  <a:cubicBezTo>
                    <a:pt x="24257" y="17526"/>
                    <a:pt x="27940" y="14605"/>
                    <a:pt x="31750" y="11938"/>
                  </a:cubicBezTo>
                  <a:cubicBezTo>
                    <a:pt x="35560" y="9271"/>
                    <a:pt x="39751" y="7112"/>
                    <a:pt x="44069" y="5334"/>
                  </a:cubicBezTo>
                  <a:cubicBezTo>
                    <a:pt x="48387" y="3556"/>
                    <a:pt x="52959" y="2286"/>
                    <a:pt x="57531" y="1397"/>
                  </a:cubicBezTo>
                  <a:cubicBezTo>
                    <a:pt x="62103" y="508"/>
                    <a:pt x="66802" y="0"/>
                    <a:pt x="71501" y="0"/>
                  </a:cubicBezTo>
                  <a:cubicBezTo>
                    <a:pt x="76200" y="0"/>
                    <a:pt x="80899" y="508"/>
                    <a:pt x="85471" y="1397"/>
                  </a:cubicBezTo>
                  <a:cubicBezTo>
                    <a:pt x="90043" y="2286"/>
                    <a:pt x="94488" y="3683"/>
                    <a:pt x="98933" y="5461"/>
                  </a:cubicBezTo>
                  <a:cubicBezTo>
                    <a:pt x="103378" y="7239"/>
                    <a:pt x="107442" y="9398"/>
                    <a:pt x="111252" y="12065"/>
                  </a:cubicBezTo>
                  <a:cubicBezTo>
                    <a:pt x="115062" y="14732"/>
                    <a:pt x="118745" y="17653"/>
                    <a:pt x="122047" y="20955"/>
                  </a:cubicBezTo>
                  <a:cubicBezTo>
                    <a:pt x="125349" y="24257"/>
                    <a:pt x="128270" y="27940"/>
                    <a:pt x="130937" y="31750"/>
                  </a:cubicBezTo>
                  <a:cubicBezTo>
                    <a:pt x="133604" y="35560"/>
                    <a:pt x="135763" y="39751"/>
                    <a:pt x="137541" y="44069"/>
                  </a:cubicBezTo>
                  <a:cubicBezTo>
                    <a:pt x="139319" y="48387"/>
                    <a:pt x="140716" y="52832"/>
                    <a:pt x="141605" y="57531"/>
                  </a:cubicBezTo>
                  <a:cubicBezTo>
                    <a:pt x="142494" y="62230"/>
                    <a:pt x="143002" y="66802"/>
                    <a:pt x="143002" y="7150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53815" y="226409"/>
            <a:ext cx="2364029" cy="1075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</a:pPr>
            <a:r>
              <a:rPr lang="en-US" sz="60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신상품</a:t>
            </a:r>
            <a:r>
              <a:rPr lang="en-US" b="true" sz="60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71486" y="460562"/>
            <a:ext cx="7099259" cy="104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</a:pPr>
            <a:r>
              <a:rPr lang="en-US" b="true" sz="60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(PRODUCT.HTML)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3815" y="1580693"/>
            <a:ext cx="2528383" cy="721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b="true" sz="399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전체</a:t>
            </a:r>
            <a:r>
              <a:rPr lang="en-US" b="true" sz="399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b="true" sz="399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반응형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01372" y="2605649"/>
            <a:ext cx="7128072" cy="54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299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기본은 4개씩 1줄 / 화면 줄어들면 3개씩 1줄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221241"/>
            <a:ext cx="10776404" cy="1191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2"/>
              </a:lnSpc>
            </a:pPr>
            <a:r>
              <a:rPr lang="en-US" sz="3347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- 기본, 줄인 화면에서 딱 맞을 수 있는 가장 간단한 방법으로 상품 카드를 12개로 지정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DAHCUEKAF2Q</dc:identifier>
  <dcterms:modified xsi:type="dcterms:W3CDTF">2011-08-01T06:04:30Z</dcterms:modified>
  <cp:revision>1</cp:revision>
  <dc:title>260225_프론트프로젝트_개인ppt_해든.pdf</dc:title>
</cp:coreProperties>
</file>