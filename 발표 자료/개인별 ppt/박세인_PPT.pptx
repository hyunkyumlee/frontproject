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66BAD-69F4-2A2D-8631-71395F57B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9787CE-F6C9-9EA2-D298-F3F475028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80855-5F17-16C1-8595-C1DFBB7F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DB8D7-B450-4939-15EF-6A21F30C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4C907-1AC9-A520-DD8E-14D00375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89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9D5A8-6FAE-F2C2-236D-C3CEAE28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DAE786-57A6-668A-3792-7BB310372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152DA-3B9F-44EC-BCC4-F7E721C1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D011EC-4762-0DE3-9DBB-49B46F6E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50518-BA6B-49BE-14FA-13091D59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58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389FF-4DD8-2E2B-FA73-1BB707F5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8E785C-16CF-4D5E-2A5D-ADCF43768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96C5BB-22D1-364D-6F27-6219E856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CAA3-5C1A-259E-9D91-6D9DF2C2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EB89D-0F6A-514A-E120-A86510B4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77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DDFF1-E2B4-FDF6-BC0A-04D66DF5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710AC-584E-8433-0668-82C65E584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0C60A0-F094-1BCB-A8D9-25C654551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9DD49-0077-D941-33BD-382C79E7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BD6E1-900F-A270-DA81-5483361A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98B429-801E-3133-CF7C-3DF52787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14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33F86-DD83-99A2-82EC-1A3F0E93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AF471-C0E9-D41E-49E7-BB6D81AB9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BB499D-EB19-4C57-271A-93E5A3F68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08CBAA-440E-5D7C-D1C5-BC4C45A1C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7ABCB0-B7D5-AEBD-8078-6315E1716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17316B-F4DD-3DB0-C54D-03AC2C06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6AF72-C443-29BB-EF82-D2C19451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A8B3DF-C79B-DB22-592C-5A27082C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38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52FEA-FA34-9A4F-4DB2-F5CECE2C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B4C2C6-54A4-5D48-EDA2-70D768C8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5A34AE-23EF-0B0A-537A-7A42EEC9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1DAD14-8420-838E-0F6C-5B0AE25C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99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0A30BD-93C7-0134-AAE1-91B171E21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8666B2-1075-E648-430D-DD104CEA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0C9C7-6342-4185-09E2-4ED7B440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81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E6BD7-3F43-4D74-75FA-95F0AA61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A8EB2-58C7-B4A2-8E67-F1647725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074091-3350-AD24-3A24-0C6BD1C4D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F0319D-8B1D-5970-14B9-0B453607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FFC0DC-5D3B-2632-2018-E5E5C6B8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29A5D5-06F1-05B1-BA5D-00175B4D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0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CF65A-7323-3655-AFCA-E6285F6EC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57D445-9534-7A49-D159-1BE33F865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039441-70F7-B783-8D0A-72F8AF013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F08BF-3857-B4CF-68AB-80C79D504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E004D1-2B18-7A21-FC03-FBC8FC7D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0B3525-754E-F4E4-62DF-B82915BC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54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66D6A-562D-34BC-8269-E05188D6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1909D9-9F43-AC68-2B0A-65BC24887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B3A1B-B9D5-F811-6F63-FB19B614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7C137C-41DC-C796-D61A-6695F633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9EB59-E274-14BA-97EF-D4DEF31C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0A042E-4549-158B-216D-AE2CA4284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FCC88E-C5D8-041A-8319-AD095973E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C5545F-A8BB-53DF-FE15-E282AB38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A44102-8382-6C76-7C83-88153B53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ACE57F-6135-D29D-7383-26A64DE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13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13AFE2-2FBD-1F30-3887-C172CDCE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33CB1D-03CA-5715-4818-537D30E39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E5160-707E-6B17-8783-81D2255B9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BFFAB-35B7-4E11-8F28-B039DC48857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BD703C-A687-F4A2-A30B-015B0D58F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61510-8BE2-D5DA-CECC-F94B9026E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CC879-BA7A-4363-82AF-CD02BC266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05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7FF43-4A29-FD2B-2C46-9AD3CC366EAC}"/>
              </a:ext>
            </a:extLst>
          </p:cNvPr>
          <p:cNvSpPr txBox="1"/>
          <p:nvPr/>
        </p:nvSpPr>
        <p:spPr>
          <a:xfrm>
            <a:off x="775752" y="315799"/>
            <a:ext cx="6011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err="1"/>
              <a:t>메인페이지</a:t>
            </a:r>
            <a:r>
              <a:rPr lang="en-US" altLang="ko-KR" sz="3200" dirty="0"/>
              <a:t>(index.html) - header</a:t>
            </a:r>
            <a:endParaRPr lang="ko-KR" altLang="en-US" sz="3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6515FD0-99ED-AC14-3A46-0B93A319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41" y="1278324"/>
            <a:ext cx="11717518" cy="53958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9FC54B-E472-D949-7A7D-174F4EF9AE62}"/>
              </a:ext>
            </a:extLst>
          </p:cNvPr>
          <p:cNvSpPr/>
          <p:nvPr/>
        </p:nvSpPr>
        <p:spPr>
          <a:xfrm>
            <a:off x="424207" y="1349263"/>
            <a:ext cx="36000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4A48B0-9E3F-CB43-001A-BF80345BCDC5}"/>
              </a:ext>
            </a:extLst>
          </p:cNvPr>
          <p:cNvSpPr txBox="1"/>
          <p:nvPr/>
        </p:nvSpPr>
        <p:spPr>
          <a:xfrm>
            <a:off x="350996" y="1085153"/>
            <a:ext cx="5166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</a:rPr>
              <a:t>로고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8B3B91-AB3B-5675-E4EA-72EF51A2178D}"/>
              </a:ext>
            </a:extLst>
          </p:cNvPr>
          <p:cNvSpPr/>
          <p:nvPr/>
        </p:nvSpPr>
        <p:spPr>
          <a:xfrm>
            <a:off x="895543" y="1368117"/>
            <a:ext cx="5400000" cy="359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84B72C-A7DC-BC59-F4FD-23BB33C0C8DE}"/>
              </a:ext>
            </a:extLst>
          </p:cNvPr>
          <p:cNvSpPr txBox="1"/>
          <p:nvPr/>
        </p:nvSpPr>
        <p:spPr>
          <a:xfrm>
            <a:off x="3171559" y="1061215"/>
            <a:ext cx="6367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00"/>
                </a:highlight>
              </a:rPr>
              <a:t>nav</a:t>
            </a:r>
            <a:r>
              <a:rPr lang="ko-KR" altLang="en-US" sz="1300" b="1" dirty="0">
                <a:highlight>
                  <a:srgbClr val="FFFF00"/>
                </a:highlight>
              </a:rPr>
              <a:t>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8423DD-03F3-5FFB-301E-175B85DA09EB}"/>
              </a:ext>
            </a:extLst>
          </p:cNvPr>
          <p:cNvSpPr/>
          <p:nvPr/>
        </p:nvSpPr>
        <p:spPr>
          <a:xfrm>
            <a:off x="9942603" y="1377541"/>
            <a:ext cx="143555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0BAC770-7AF0-F1AC-5704-13CC9B53DA92}"/>
              </a:ext>
            </a:extLst>
          </p:cNvPr>
          <p:cNvSpPr/>
          <p:nvPr/>
        </p:nvSpPr>
        <p:spPr>
          <a:xfrm>
            <a:off x="11407794" y="1377541"/>
            <a:ext cx="18000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EEB2798-98AB-C3A3-FF63-26FA6DB33A11}"/>
              </a:ext>
            </a:extLst>
          </p:cNvPr>
          <p:cNvGrpSpPr/>
          <p:nvPr/>
        </p:nvGrpSpPr>
        <p:grpSpPr>
          <a:xfrm>
            <a:off x="784207" y="1995893"/>
            <a:ext cx="2705573" cy="1735972"/>
            <a:chOff x="903998" y="1907700"/>
            <a:chExt cx="2705573" cy="1735972"/>
          </a:xfrm>
        </p:grpSpPr>
        <p:pic>
          <p:nvPicPr>
            <p:cNvPr id="37" name="그림 36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1F6BBB-82A2-9EC8-3B22-1081AA198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350" y="1907700"/>
              <a:ext cx="2584221" cy="122410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57C84B-8493-2F30-73E6-32D3A7339B83}"/>
                </a:ext>
              </a:extLst>
            </p:cNvPr>
            <p:cNvSpPr txBox="1"/>
            <p:nvPr/>
          </p:nvSpPr>
          <p:spPr>
            <a:xfrm>
              <a:off x="987475" y="3212785"/>
              <a:ext cx="213613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화면 사이즈 줄이면 </a:t>
              </a:r>
              <a:endParaRPr lang="en-US" altLang="ko-KR" sz="1100" dirty="0"/>
            </a:p>
            <a:p>
              <a:r>
                <a:rPr lang="ko-KR" altLang="en-US" sz="1100" dirty="0"/>
                <a:t>메뉴 간격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글씨가 줄어듦</a:t>
              </a:r>
              <a:endParaRPr lang="en-US" altLang="ko-KR" sz="1100" dirty="0"/>
            </a:p>
          </p:txBody>
        </p:sp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A4274CB0-10EB-47B4-75E1-4F27D85573D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5246" y="2859315"/>
              <a:ext cx="620244" cy="342740"/>
            </a:xfrm>
            <a:prstGeom prst="bentConnector4">
              <a:avLst>
                <a:gd name="adj1" fmla="val 32632"/>
                <a:gd name="adj2" fmla="val 166698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29E9F20-24B6-6CC3-54EB-BC67C25C6F62}"/>
                </a:ext>
              </a:extLst>
            </p:cNvPr>
            <p:cNvSpPr/>
            <p:nvPr/>
          </p:nvSpPr>
          <p:spPr>
            <a:xfrm>
              <a:off x="1249394" y="2596796"/>
              <a:ext cx="2257378" cy="382793"/>
            </a:xfrm>
            <a:prstGeom prst="rect">
              <a:avLst/>
            </a:prstGeom>
            <a:noFill/>
            <a:ln>
              <a:solidFill>
                <a:srgbClr val="A02B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A02B93"/>
                  </a:solidFill>
                </a:ln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F49D5241-EF9A-1AD8-5C79-ED9951D83D9F}"/>
              </a:ext>
            </a:extLst>
          </p:cNvPr>
          <p:cNvSpPr txBox="1"/>
          <p:nvPr/>
        </p:nvSpPr>
        <p:spPr>
          <a:xfrm>
            <a:off x="10400026" y="1085153"/>
            <a:ext cx="71417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err="1">
                <a:highlight>
                  <a:srgbClr val="FFFF00"/>
                </a:highlight>
              </a:rPr>
              <a:t>검색바</a:t>
            </a:r>
            <a:endParaRPr lang="ko-KR" altLang="en-US" sz="1300" b="1" dirty="0">
              <a:highlight>
                <a:srgbClr val="FFFF00"/>
              </a:highligh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33451D-04C2-48C8-B768-38CE1517D292}"/>
              </a:ext>
            </a:extLst>
          </p:cNvPr>
          <p:cNvSpPr txBox="1"/>
          <p:nvPr/>
        </p:nvSpPr>
        <p:spPr>
          <a:xfrm>
            <a:off x="11114202" y="1086224"/>
            <a:ext cx="9253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>
                <a:highlight>
                  <a:srgbClr val="FFFF00"/>
                </a:highlight>
              </a:rPr>
              <a:t>장바구니</a:t>
            </a:r>
            <a:endParaRPr lang="ko-KR" altLang="en-US" sz="1300" b="1" dirty="0">
              <a:highlight>
                <a:srgbClr val="FFFF00"/>
              </a:highlight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11A48377-4FFF-A591-664E-B45D6D259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41" y="4093083"/>
            <a:ext cx="11717518" cy="1429052"/>
          </a:xfrm>
          <a:prstGeom prst="rect">
            <a:avLst/>
          </a:prstGeom>
        </p:spPr>
      </p:pic>
      <p:pic>
        <p:nvPicPr>
          <p:cNvPr id="90" name="그림 8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015D5E-18EF-FDCE-2412-DC4BE33DC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024" y="4739506"/>
            <a:ext cx="2190161" cy="200249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5748D8C-1BB1-14BD-5219-568CDF98D61E}"/>
              </a:ext>
            </a:extLst>
          </p:cNvPr>
          <p:cNvSpPr txBox="1"/>
          <p:nvPr/>
        </p:nvSpPr>
        <p:spPr>
          <a:xfrm>
            <a:off x="3108253" y="5535175"/>
            <a:ext cx="2771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메뉴에 마우스 </a:t>
            </a:r>
            <a:r>
              <a:rPr lang="en-US" altLang="ko-KR" sz="1100" dirty="0"/>
              <a:t>hover </a:t>
            </a:r>
            <a:r>
              <a:rPr lang="ko-KR" altLang="en-US" sz="1100" dirty="0"/>
              <a:t>시 메가메뉴 나옴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E6AFB23-AB79-F4CF-9F1D-E4B065691168}"/>
              </a:ext>
            </a:extLst>
          </p:cNvPr>
          <p:cNvSpPr/>
          <p:nvPr/>
        </p:nvSpPr>
        <p:spPr>
          <a:xfrm>
            <a:off x="6201560" y="5958128"/>
            <a:ext cx="1236188" cy="338977"/>
          </a:xfrm>
          <a:prstGeom prst="rect">
            <a:avLst/>
          </a:prstGeom>
          <a:noFill/>
          <a:ln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A02B93"/>
                </a:solidFill>
              </a:ln>
            </a:endParaRPr>
          </a:p>
        </p:txBody>
      </p:sp>
      <p:pic>
        <p:nvPicPr>
          <p:cNvPr id="94" name="그림 9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7C1DA9-AA09-3BCD-D738-90E7B3312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798" y="4758118"/>
            <a:ext cx="1952898" cy="733527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58B7C1B3-D508-E582-69AD-8B3F9EA66D02}"/>
              </a:ext>
            </a:extLst>
          </p:cNvPr>
          <p:cNvSpPr txBox="1"/>
          <p:nvPr/>
        </p:nvSpPr>
        <p:spPr>
          <a:xfrm>
            <a:off x="8322763" y="5631642"/>
            <a:ext cx="29234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Opacity</a:t>
            </a:r>
            <a:r>
              <a:rPr lang="ko-KR" altLang="en-US" sz="1100" dirty="0"/>
              <a:t>와 </a:t>
            </a:r>
            <a:r>
              <a:rPr lang="en-US" altLang="ko-KR" sz="1100" dirty="0"/>
              <a:t>hidden</a:t>
            </a:r>
            <a:r>
              <a:rPr lang="ko-KR" altLang="en-US" sz="1100" dirty="0"/>
              <a:t>으로 보이지 않게 해두고</a:t>
            </a:r>
            <a:endParaRPr lang="en-US" altLang="ko-KR" sz="1100" dirty="0"/>
          </a:p>
          <a:p>
            <a:r>
              <a:rPr lang="ko-KR" altLang="en-US" sz="1100" dirty="0"/>
              <a:t>마우스 </a:t>
            </a:r>
            <a:r>
              <a:rPr lang="en-US" altLang="ko-KR" sz="1100" dirty="0"/>
              <a:t>hover </a:t>
            </a:r>
            <a:r>
              <a:rPr lang="ko-KR" altLang="en-US" sz="1100" dirty="0"/>
              <a:t>시</a:t>
            </a:r>
            <a:r>
              <a:rPr lang="en-US" altLang="ko-KR" sz="1100" dirty="0"/>
              <a:t> </a:t>
            </a:r>
            <a:r>
              <a:rPr lang="ko-KR" altLang="en-US" sz="1100" dirty="0"/>
              <a:t>보이도록 함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3924653-E684-75B7-5A4C-DFC4E397A4B5}"/>
              </a:ext>
            </a:extLst>
          </p:cNvPr>
          <p:cNvGrpSpPr/>
          <p:nvPr/>
        </p:nvGrpSpPr>
        <p:grpSpPr>
          <a:xfrm>
            <a:off x="8270960" y="1737541"/>
            <a:ext cx="3674204" cy="1571288"/>
            <a:chOff x="8270960" y="1737541"/>
            <a:chExt cx="3674204" cy="1571288"/>
          </a:xfrm>
        </p:grpSpPr>
        <p:pic>
          <p:nvPicPr>
            <p:cNvPr id="99" name="그림 98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8BF730C-C4FA-4183-725B-EF1AC60F6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22764" y="2613407"/>
              <a:ext cx="3622400" cy="695422"/>
            </a:xfrm>
            <a:prstGeom prst="rect">
              <a:avLst/>
            </a:prstGeom>
          </p:spPr>
        </p:pic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4A47B7C6-F0F0-50C3-52C0-EEEEC875BE6E}"/>
                </a:ext>
              </a:extLst>
            </p:cNvPr>
            <p:cNvCxnSpPr>
              <a:stCxn id="33" idx="2"/>
              <a:endCxn id="99" idx="0"/>
            </p:cNvCxnSpPr>
            <p:nvPr/>
          </p:nvCxnSpPr>
          <p:spPr>
            <a:xfrm flipH="1">
              <a:off x="10133964" y="1737541"/>
              <a:ext cx="1363830" cy="8758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69DF8AE-AA2A-DCAB-2838-A5A7347B25E2}"/>
                </a:ext>
              </a:extLst>
            </p:cNvPr>
            <p:cNvSpPr txBox="1"/>
            <p:nvPr/>
          </p:nvSpPr>
          <p:spPr>
            <a:xfrm>
              <a:off x="8270960" y="2161795"/>
              <a:ext cx="22108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아이콘 클릭 시 </a:t>
              </a:r>
              <a:r>
                <a:rPr lang="en-US" altLang="ko-KR" sz="1100" dirty="0"/>
                <a:t>cart.html</a:t>
              </a:r>
              <a:r>
                <a:rPr lang="ko-KR" altLang="en-US" sz="1100" dirty="0"/>
                <a:t>로 이동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469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A4F0-E3EA-BFBA-7221-EDA4C5E7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B57B88-BE40-221C-F375-6876430E94B1}"/>
              </a:ext>
            </a:extLst>
          </p:cNvPr>
          <p:cNvSpPr txBox="1"/>
          <p:nvPr/>
        </p:nvSpPr>
        <p:spPr>
          <a:xfrm>
            <a:off x="775752" y="315799"/>
            <a:ext cx="6011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err="1"/>
              <a:t>메인페이지</a:t>
            </a:r>
            <a:r>
              <a:rPr lang="en-US" altLang="ko-KR" sz="3200" dirty="0"/>
              <a:t>(index.html) - main</a:t>
            </a:r>
            <a:endParaRPr lang="ko-KR" altLang="en-US" sz="3200" dirty="0"/>
          </a:p>
        </p:txBody>
      </p:sp>
      <p:pic>
        <p:nvPicPr>
          <p:cNvPr id="15" name="그림 14" descr="의류, 여성, 콜라주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338A5A-F18B-7D66-56C7-68FE6EB4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08" y="315799"/>
            <a:ext cx="5837492" cy="2199813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A6A46B5C-D379-2624-BF47-6DC8B18AA833}"/>
              </a:ext>
            </a:extLst>
          </p:cNvPr>
          <p:cNvGrpSpPr/>
          <p:nvPr/>
        </p:nvGrpSpPr>
        <p:grpSpPr>
          <a:xfrm>
            <a:off x="347721" y="1052974"/>
            <a:ext cx="4843404" cy="5157325"/>
            <a:chOff x="347720" y="1052974"/>
            <a:chExt cx="5218133" cy="5667375"/>
          </a:xfrm>
        </p:grpSpPr>
        <p:pic>
          <p:nvPicPr>
            <p:cNvPr id="9" name="그림 8" descr="스크린샷, 의류, 신발류, 콜라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AD558F9-88EC-22F5-A5F9-394A5A765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5670" y="1052974"/>
              <a:ext cx="2570183" cy="5667375"/>
            </a:xfrm>
            <a:prstGeom prst="rect">
              <a:avLst/>
            </a:prstGeom>
          </p:spPr>
        </p:pic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F5DFDFF-2BB6-89E8-617B-E58AB5B9CC22}"/>
                </a:ext>
              </a:extLst>
            </p:cNvPr>
            <p:cNvGrpSpPr/>
            <p:nvPr/>
          </p:nvGrpSpPr>
          <p:grpSpPr>
            <a:xfrm>
              <a:off x="347720" y="1052974"/>
              <a:ext cx="3310404" cy="5667375"/>
              <a:chOff x="347720" y="1052974"/>
              <a:chExt cx="3310404" cy="5667375"/>
            </a:xfrm>
          </p:grpSpPr>
          <p:pic>
            <p:nvPicPr>
              <p:cNvPr id="13" name="그림 12" descr="스크린샷, 스포츠, 텍스트, 콜라주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8BC2FB3-1112-7E5F-B37D-9E295009E9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720" y="1052974"/>
                <a:ext cx="2432153" cy="5667375"/>
              </a:xfrm>
              <a:prstGeom prst="rect">
                <a:avLst/>
              </a:prstGeom>
            </p:spPr>
          </p:pic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FF2AA0B8-8E28-0B5E-7DAF-4CEC137192BD}"/>
                  </a:ext>
                </a:extLst>
              </p:cNvPr>
              <p:cNvSpPr/>
              <p:nvPr/>
            </p:nvSpPr>
            <p:spPr>
              <a:xfrm>
                <a:off x="1104900" y="6048375"/>
                <a:ext cx="466725" cy="671974"/>
              </a:xfrm>
              <a:prstGeom prst="rect">
                <a:avLst/>
              </a:prstGeom>
              <a:noFill/>
              <a:ln>
                <a:solidFill>
                  <a:srgbClr val="A02B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A02B93"/>
                    </a:solidFill>
                  </a:ln>
                  <a:noFill/>
                </a:endParaRPr>
              </a:p>
            </p:txBody>
          </p: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20C40FAE-BC55-7968-4320-189A01C4C395}"/>
                  </a:ext>
                </a:extLst>
              </p:cNvPr>
              <p:cNvCxnSpPr>
                <a:stCxn id="16" idx="3"/>
              </p:cNvCxnSpPr>
              <p:nvPr/>
            </p:nvCxnSpPr>
            <p:spPr>
              <a:xfrm flipV="1">
                <a:off x="1571625" y="5905500"/>
                <a:ext cx="504825" cy="4788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AC893B-4F93-AC2E-8FC4-8AAF3C02DA34}"/>
                  </a:ext>
                </a:extLst>
              </p:cNvPr>
              <p:cNvSpPr txBox="1"/>
              <p:nvPr/>
            </p:nvSpPr>
            <p:spPr>
              <a:xfrm>
                <a:off x="1934421" y="5622295"/>
                <a:ext cx="1723703" cy="27389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/>
                  <a:t>클릭 시 </a:t>
                </a:r>
                <a:r>
                  <a:rPr lang="en-US" altLang="ko-KR" sz="900" b="1" dirty="0"/>
                  <a:t>detail.html</a:t>
                </a:r>
                <a:r>
                  <a:rPr lang="ko-KR" altLang="en-US" sz="900" b="1" dirty="0"/>
                  <a:t>로 이동</a:t>
                </a: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EF5D017-84BA-6331-0546-6AB42A6C430C}"/>
              </a:ext>
            </a:extLst>
          </p:cNvPr>
          <p:cNvSpPr txBox="1"/>
          <p:nvPr/>
        </p:nvSpPr>
        <p:spPr>
          <a:xfrm>
            <a:off x="5376494" y="4949457"/>
            <a:ext cx="2295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cloneNode</a:t>
            </a:r>
            <a:r>
              <a:rPr lang="en-US" altLang="ko-KR" sz="1100" dirty="0"/>
              <a:t>()</a:t>
            </a:r>
            <a:r>
              <a:rPr lang="ko-KR" altLang="en-US" sz="1100" dirty="0"/>
              <a:t>로 앞뒤에 카드 복제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DB3D1C-F695-9BCD-626F-15A59BFE52BA}"/>
              </a:ext>
            </a:extLst>
          </p:cNvPr>
          <p:cNvSpPr txBox="1"/>
          <p:nvPr/>
        </p:nvSpPr>
        <p:spPr>
          <a:xfrm>
            <a:off x="5588489" y="2391141"/>
            <a:ext cx="1015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중요 </a:t>
            </a:r>
            <a:r>
              <a:rPr lang="en-US" altLang="ko-KR" sz="1200" dirty="0" err="1">
                <a:highlight>
                  <a:srgbClr val="FFFF00"/>
                </a:highlight>
              </a:rPr>
              <a:t>js</a:t>
            </a:r>
            <a:r>
              <a:rPr lang="en-US" altLang="ko-KR" sz="1200" dirty="0">
                <a:highlight>
                  <a:srgbClr val="FFFF00"/>
                </a:highlight>
              </a:rPr>
              <a:t> </a:t>
            </a:r>
            <a:r>
              <a:rPr lang="ko-KR" altLang="en-US" sz="1200" dirty="0">
                <a:highlight>
                  <a:srgbClr val="FFFF00"/>
                </a:highlight>
              </a:rPr>
              <a:t>코드</a:t>
            </a: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CD3A369D-DE60-7EEF-04E1-A416FE0F8684}"/>
              </a:ext>
            </a:extLst>
          </p:cNvPr>
          <p:cNvCxnSpPr>
            <a:stCxn id="15" idx="1"/>
            <a:endCxn id="29" idx="0"/>
          </p:cNvCxnSpPr>
          <p:nvPr/>
        </p:nvCxnSpPr>
        <p:spPr>
          <a:xfrm rot="10800000" flipV="1">
            <a:off x="6096000" y="1415705"/>
            <a:ext cx="258508" cy="9754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CFB8361-D791-04C1-5B3D-A24DEADF1518}"/>
              </a:ext>
            </a:extLst>
          </p:cNvPr>
          <p:cNvGrpSpPr/>
          <p:nvPr/>
        </p:nvGrpSpPr>
        <p:grpSpPr>
          <a:xfrm>
            <a:off x="5496200" y="2668141"/>
            <a:ext cx="6629126" cy="2104776"/>
            <a:chOff x="5369534" y="2668139"/>
            <a:chExt cx="6781756" cy="2210754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A9DDC19E-2F2F-4989-5544-C82730782798}"/>
                </a:ext>
              </a:extLst>
            </p:cNvPr>
            <p:cNvGrpSpPr/>
            <p:nvPr/>
          </p:nvGrpSpPr>
          <p:grpSpPr>
            <a:xfrm>
              <a:off x="5369534" y="2668139"/>
              <a:ext cx="4463723" cy="2199814"/>
              <a:chOff x="5369534" y="2668139"/>
              <a:chExt cx="4463723" cy="2199814"/>
            </a:xfrm>
          </p:grpSpPr>
          <p:pic>
            <p:nvPicPr>
              <p:cNvPr id="24" name="그림 23" descr="텍스트, 스크린샷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84C1C33-24D2-F399-126C-9C45DCC877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9534" y="2668140"/>
                <a:ext cx="2145691" cy="2199813"/>
              </a:xfrm>
              <a:prstGeom prst="rect">
                <a:avLst/>
              </a:prstGeom>
            </p:spPr>
          </p:pic>
          <p:pic>
            <p:nvPicPr>
              <p:cNvPr id="31" name="그림 30" descr="텍스트, 스크린샷, 소프트웨어, 폰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F0CE136-AA2F-1D06-B44E-0E5399A91A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95167" y="2668139"/>
                <a:ext cx="2238090" cy="2199813"/>
              </a:xfrm>
              <a:prstGeom prst="rect">
                <a:avLst/>
              </a:prstGeom>
            </p:spPr>
          </p:pic>
        </p:grpSp>
        <p:pic>
          <p:nvPicPr>
            <p:cNvPr id="36" name="그림 35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7EFBD9B-7A4A-9FF0-6582-FD886C50F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13200" y="2679081"/>
              <a:ext cx="2238090" cy="2199812"/>
            </a:xfrm>
            <a:prstGeom prst="rect">
              <a:avLst/>
            </a:prstGeom>
          </p:spPr>
        </p:pic>
      </p:grp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4109ED0-80EE-7AC5-985E-2A89105B2E69}"/>
              </a:ext>
            </a:extLst>
          </p:cNvPr>
          <p:cNvCxnSpPr>
            <a:cxnSpLocks/>
          </p:cNvCxnSpPr>
          <p:nvPr/>
        </p:nvCxnSpPr>
        <p:spPr>
          <a:xfrm flipV="1">
            <a:off x="9667875" y="385655"/>
            <a:ext cx="1177566" cy="42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62B353E-8E5C-4278-22E9-B3C87EFC0A7B}"/>
              </a:ext>
            </a:extLst>
          </p:cNvPr>
          <p:cNvSpPr txBox="1"/>
          <p:nvPr/>
        </p:nvSpPr>
        <p:spPr>
          <a:xfrm>
            <a:off x="9667875" y="124045"/>
            <a:ext cx="2355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ighlight>
                  <a:srgbClr val="FFFF00"/>
                </a:highlight>
              </a:rPr>
              <a:t>Mouse hover </a:t>
            </a:r>
            <a:r>
              <a:rPr lang="ko-KR" altLang="en-US" sz="1100" dirty="0">
                <a:highlight>
                  <a:srgbClr val="FFFF00"/>
                </a:highlight>
              </a:rPr>
              <a:t>시 화살표 버튼 나옴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2261F8-E962-9595-3EAB-D4BA8147812A}"/>
              </a:ext>
            </a:extLst>
          </p:cNvPr>
          <p:cNvSpPr txBox="1"/>
          <p:nvPr/>
        </p:nvSpPr>
        <p:spPr>
          <a:xfrm>
            <a:off x="7339456" y="5271580"/>
            <a:ext cx="259815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슬라이드 애니메이션이 끝나는 시점에</a:t>
            </a:r>
            <a:endParaRPr lang="en-US" altLang="ko-KR" sz="1100" dirty="0"/>
          </a:p>
          <a:p>
            <a:r>
              <a:rPr lang="en-US" altLang="ko-KR" sz="1100" dirty="0" err="1"/>
              <a:t>transitionend</a:t>
            </a:r>
            <a:r>
              <a:rPr lang="en-US" altLang="ko-KR" sz="1100" dirty="0"/>
              <a:t> </a:t>
            </a:r>
            <a:r>
              <a:rPr lang="ko-KR" altLang="en-US" sz="1100" dirty="0"/>
              <a:t>이벤트를 이용해</a:t>
            </a:r>
          </a:p>
          <a:p>
            <a:r>
              <a:rPr lang="ko-KR" altLang="en-US" sz="1100" dirty="0"/>
              <a:t>맨 끝에 도달했을 경우</a:t>
            </a:r>
            <a:r>
              <a:rPr lang="en-US" altLang="ko-KR" sz="1100" dirty="0"/>
              <a:t>, </a:t>
            </a:r>
            <a:r>
              <a:rPr lang="ko-KR" altLang="en-US" sz="1100" dirty="0"/>
              <a:t>애니메이션을</a:t>
            </a:r>
            <a:endParaRPr lang="en-US" altLang="ko-KR" sz="1100" dirty="0"/>
          </a:p>
          <a:p>
            <a:r>
              <a:rPr lang="ko-KR" altLang="en-US" sz="1100" dirty="0"/>
              <a:t>제거한 뒤</a:t>
            </a:r>
            <a:r>
              <a:rPr lang="en-US" altLang="ko-KR" sz="1100" dirty="0"/>
              <a:t>,</a:t>
            </a:r>
            <a:r>
              <a:rPr lang="ko-KR" altLang="en-US" sz="1100" dirty="0"/>
              <a:t> 실제 첫 번째 카드 위치로 </a:t>
            </a:r>
            <a:endParaRPr lang="en-US" altLang="ko-KR" sz="1100" dirty="0"/>
          </a:p>
          <a:p>
            <a:r>
              <a:rPr lang="ko-KR" altLang="en-US" sz="1100" dirty="0"/>
              <a:t>순간 이동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0E4591-69B1-68C1-A6D7-AA0DB55ED398}"/>
              </a:ext>
            </a:extLst>
          </p:cNvPr>
          <p:cNvSpPr txBox="1"/>
          <p:nvPr/>
        </p:nvSpPr>
        <p:spPr>
          <a:xfrm>
            <a:off x="9667875" y="5964514"/>
            <a:ext cx="2598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“</a:t>
            </a:r>
            <a:r>
              <a:rPr lang="en-US" altLang="ko-KR" sz="1100" dirty="0"/>
              <a:t>index </a:t>
            </a:r>
            <a:r>
              <a:rPr lang="ko-KR" altLang="en-US" sz="1100" dirty="0"/>
              <a:t>값을 조정한 뒤 </a:t>
            </a:r>
            <a:r>
              <a:rPr lang="en-US" altLang="ko-KR" sz="1100" dirty="0"/>
              <a:t>transform</a:t>
            </a:r>
            <a:r>
              <a:rPr lang="ko-KR" altLang="en-US" sz="1100" dirty="0"/>
              <a:t>으로 슬라이드를 이동시키고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altLang="ko-KR" sz="1100" dirty="0"/>
              <a:t>active </a:t>
            </a:r>
            <a:r>
              <a:rPr lang="ko-KR" altLang="en-US" sz="1100" dirty="0"/>
              <a:t>클래스를 재설정해 가운데 카드 보이게 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E7683-A902-9343-29E4-ED3B5FF15B58}"/>
              </a:ext>
            </a:extLst>
          </p:cNvPr>
          <p:cNvSpPr txBox="1"/>
          <p:nvPr/>
        </p:nvSpPr>
        <p:spPr>
          <a:xfrm>
            <a:off x="5678316" y="4642201"/>
            <a:ext cx="1733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앞뒤에 복제 카드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1FAD4-EABF-1ECB-0929-E970412432A3}"/>
              </a:ext>
            </a:extLst>
          </p:cNvPr>
          <p:cNvSpPr txBox="1"/>
          <p:nvPr/>
        </p:nvSpPr>
        <p:spPr>
          <a:xfrm>
            <a:off x="7849326" y="4642201"/>
            <a:ext cx="1832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끝에 도달하면 순간이동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60BF8-1554-A3A1-DA9E-1699895B330F}"/>
              </a:ext>
            </a:extLst>
          </p:cNvPr>
          <p:cNvSpPr txBox="1"/>
          <p:nvPr/>
        </p:nvSpPr>
        <p:spPr>
          <a:xfrm>
            <a:off x="10587273" y="4642201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highlight>
                  <a:srgbClr val="FFFF00"/>
                </a:highlight>
              </a:rPr>
              <a:t>좌</a:t>
            </a:r>
            <a:r>
              <a:rPr lang="en-US" altLang="ko-KR" sz="1200" dirty="0">
                <a:highlight>
                  <a:srgbClr val="FFFF00"/>
                </a:highlight>
              </a:rPr>
              <a:t>,</a:t>
            </a:r>
            <a:r>
              <a:rPr lang="ko-KR" altLang="en-US" sz="1200" dirty="0">
                <a:highlight>
                  <a:srgbClr val="FFFF00"/>
                </a:highlight>
              </a:rPr>
              <a:t>우 버튼</a:t>
            </a:r>
          </a:p>
        </p:txBody>
      </p:sp>
    </p:spTree>
    <p:extLst>
      <p:ext uri="{BB962C8B-B14F-4D97-AF65-F5344CB8AC3E}">
        <p14:creationId xmlns:p14="http://schemas.microsoft.com/office/powerpoint/2010/main" val="157952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D083-1526-C01E-5653-9F210A61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176F2-22F4-DDFD-BD91-9FA20CC5BEE2}"/>
              </a:ext>
            </a:extLst>
          </p:cNvPr>
          <p:cNvSpPr txBox="1"/>
          <p:nvPr/>
        </p:nvSpPr>
        <p:spPr>
          <a:xfrm>
            <a:off x="775752" y="315799"/>
            <a:ext cx="6011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err="1"/>
              <a:t>메인페이지</a:t>
            </a:r>
            <a:r>
              <a:rPr lang="en-US" altLang="ko-KR" sz="3200" dirty="0"/>
              <a:t>(index.html) - footer</a:t>
            </a:r>
            <a:endParaRPr lang="ko-KR" altLang="en-US" sz="3200" dirty="0"/>
          </a:p>
        </p:txBody>
      </p:sp>
      <p:pic>
        <p:nvPicPr>
          <p:cNvPr id="4" name="그림 3" descr="텍스트, 스크린샷,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4C6CDC-859F-0985-9C72-630E2DD21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284" y="1035775"/>
            <a:ext cx="7363431" cy="55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3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138</Words>
  <Application>Microsoft Office PowerPoint</Application>
  <PresentationFormat>와이드스크린</PresentationFormat>
  <Paragraphs>26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박세인</dc:creator>
  <cp:lastModifiedBy>박세인</cp:lastModifiedBy>
  <cp:revision>3</cp:revision>
  <dcterms:created xsi:type="dcterms:W3CDTF">2026-02-25T03:31:29Z</dcterms:created>
  <dcterms:modified xsi:type="dcterms:W3CDTF">2026-02-25T03:47:38Z</dcterms:modified>
</cp:coreProperties>
</file>