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  <p:sldId id="266" r:id="rId5"/>
    <p:sldId id="259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0C1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7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1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B665DF-A4E4-029F-BA0E-D99B8F6D5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717804F-7816-2D2F-CB6D-C8D29EB9B5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A0D25E-C866-7FFF-3A83-BB6294378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28948-103C-4293-A601-76E0B664C6D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EBEB9C-D567-3614-E344-EC865704E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79290F-BFF0-1F67-09BE-F6678F78A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EA62-2B7B-42B4-89D8-D84440757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3603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211ED1-AC76-8062-B0C4-6B57DBE75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3485CD-48B9-6C62-84F0-FED5F8CB9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27F7E6-ECC0-A157-0EE1-E57492457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28948-103C-4293-A601-76E0B664C6D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85A5A9-42AF-8F3C-9742-333FEC215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A0EE79-95B8-6C64-376B-A885EC961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EA62-2B7B-42B4-89D8-D84440757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59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3C9F05-093E-CCF8-E07B-25E1D409C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373DEB-3082-E05D-360B-32DAB71A7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98C344-3317-2707-8967-1DCFB34C1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28948-103C-4293-A601-76E0B664C6D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7BAF56-C576-3C61-FD57-1A9F8DED2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7D87B2-67F1-04CE-B4EF-56C6ECEB8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EA62-2B7B-42B4-89D8-D84440757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728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143E0A-037D-35A1-C238-2FBA252F0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7D6A9F-9FFC-EFEC-1FEE-FAB122D7DD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7801FD1-A768-17DD-0F47-F1607CEEF9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7F09C8-8E9B-572C-71E5-CF9D60211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28948-103C-4293-A601-76E0B664C6D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4B2E62-9BA1-832A-AD91-E92A25F03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90ABE5-82B4-6194-DD22-520F1B4B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EA62-2B7B-42B4-89D8-D84440757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5926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ACA684-345F-B477-626A-31CC1B2C0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0A27A2-4081-4088-5B3A-978B3C4B6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F025EC-CAF8-D7AB-EA47-F61DBF2226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241A762-61D6-8BEA-1CC5-CBC0929D0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8FEE863-4155-E7B7-19EE-D0846C78B3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E81A372-8242-ECA6-8C2D-337E05A9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28948-103C-4293-A601-76E0B664C6D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08A88EA-EC27-4F1A-554D-2C7443C9E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53D08FF-5B59-A141-6242-E4198BBED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EA62-2B7B-42B4-89D8-D84440757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0923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51B3D5-7831-94EA-2E45-E2C0CF7F4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BB9782-4DE4-BE86-9D09-9C69F4ACC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28948-103C-4293-A601-76E0B664C6D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275278C-05A9-C521-1D70-1A4A7FBBC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3D5E83-D20B-7136-0BAC-1F46DD8AE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EA62-2B7B-42B4-89D8-D84440757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133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DBED574-433F-2EA6-98E8-D419CEDDD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28948-103C-4293-A601-76E0B664C6D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E1C663A-A1E5-139D-19B4-36A2BE2BF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D2C4D5-CC7B-E181-D517-3078C09B1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EA62-2B7B-42B4-89D8-D84440757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1616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78E183-1A85-39A5-33DB-5711B1FD7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398D74-B5DB-292E-557C-D75B8E515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6E3F8F-C2C3-14A4-59F4-208FCFA3CA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11ECDA-7839-81DD-7256-377EC5E49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28948-103C-4293-A601-76E0B664C6D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B2B28B-4ED7-D802-143D-97A37289A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52C6DA-6F25-3942-52EA-EFB17D966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EA62-2B7B-42B4-89D8-D84440757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7686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98B8C1-9CC5-AC43-FF47-09E6FF170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D92DFAC-E31F-98C1-36FE-F86C892414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E412E2-C37E-E2F1-CC0F-2609748995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A71E08-D73E-5095-24D0-BAF632987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28948-103C-4293-A601-76E0B664C6D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8A77B2-B945-899D-8A5C-D71C41163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0F7007-80DA-97CF-BF77-BF968044D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EA62-2B7B-42B4-89D8-D84440757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7219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43A7B4-0EBB-126F-C528-C0F0F77BA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759FF4-AA80-E952-153E-89E44EAFD4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369AB0-2A66-8E0B-C5FF-4E6453DFF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28948-103C-4293-A601-76E0B664C6D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BC7A12-CBB7-B94D-B3A3-7B706BDE7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CE840F-E8C7-3280-3D59-7338D344A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EA62-2B7B-42B4-89D8-D84440757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1711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D72FEAD-DCE0-40FF-4866-E24171F430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8A1EC9-A001-BC38-B675-BA1910B802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BDD47C-E8C3-98AF-5287-2CD65626D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28948-103C-4293-A601-76E0B664C6D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FB9220-E083-FBA6-1244-A22980FA6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67567-0BC3-D0EA-9F1F-7D406C177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7EA62-2B7B-42B4-89D8-D84440757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0243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91DD2E4-598C-1038-1F25-C3C3D5173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68C26B-B90C-0799-5D0B-AA0960061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EC6247-5E72-FAEF-1605-8770D6B1A5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928948-103C-4293-A601-76E0B664C6D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EFE8E7-4223-1E92-0D0C-F7FF1C5051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850B86-F10F-AC20-8E18-0A00DE9AAC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07EA62-2B7B-42B4-89D8-D84440757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7854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신발류, 의류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8BAA9D1-6335-3306-ADF8-C7598ABBD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84415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D8CE239-25C0-313A-7638-A63283CD5CE0}"/>
              </a:ext>
            </a:extLst>
          </p:cNvPr>
          <p:cNvSpPr/>
          <p:nvPr/>
        </p:nvSpPr>
        <p:spPr>
          <a:xfrm>
            <a:off x="5218545" y="2004291"/>
            <a:ext cx="1765870" cy="24014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1268D5D9-E9AB-F4F9-9FEF-F5DFE19D0607}"/>
              </a:ext>
            </a:extLst>
          </p:cNvPr>
          <p:cNvCxnSpPr>
            <a:cxnSpLocks/>
            <a:endCxn id="15" idx="2"/>
          </p:cNvCxnSpPr>
          <p:nvPr/>
        </p:nvCxnSpPr>
        <p:spPr>
          <a:xfrm flipV="1">
            <a:off x="6984415" y="1531005"/>
            <a:ext cx="2285710" cy="4732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12B2C9E-8A10-62A3-675C-6BFA75E40F73}"/>
              </a:ext>
            </a:extLst>
          </p:cNvPr>
          <p:cNvSpPr txBox="1"/>
          <p:nvPr/>
        </p:nvSpPr>
        <p:spPr>
          <a:xfrm>
            <a:off x="6984415" y="1406862"/>
            <a:ext cx="5665077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ko-KR" sz="16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en-US" altLang="ko-KR" sz="16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href</a:t>
            </a:r>
            <a:r>
              <a:rPr lang="en-US" altLang="ko-KR" sz="16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</a:t>
            </a:r>
            <a:r>
              <a:rPr lang="en-US" altLang="ko-KR" sz="16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detail.html?id</a:t>
            </a:r>
            <a:r>
              <a:rPr lang="en-US" altLang="ko-KR" sz="16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=3"</a:t>
            </a:r>
            <a:r>
              <a:rPr lang="en-US" altLang="ko-KR" sz="16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class</a:t>
            </a:r>
            <a:r>
              <a:rPr lang="en-US" altLang="ko-KR" sz="16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"card-link"</a:t>
            </a:r>
            <a:r>
              <a:rPr lang="en-US" altLang="ko-KR" sz="16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C2FEC2-BA92-C6CE-66CF-736476AB2A04}"/>
              </a:ext>
            </a:extLst>
          </p:cNvPr>
          <p:cNvSpPr txBox="1"/>
          <p:nvPr/>
        </p:nvSpPr>
        <p:spPr>
          <a:xfrm>
            <a:off x="6984415" y="684030"/>
            <a:ext cx="2832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product.html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28741977-6703-0689-CE86-B9A26889454E}"/>
              </a:ext>
            </a:extLst>
          </p:cNvPr>
          <p:cNvSpPr/>
          <p:nvPr/>
        </p:nvSpPr>
        <p:spPr>
          <a:xfrm>
            <a:off x="9270125" y="1324618"/>
            <a:ext cx="704192" cy="4127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32CE6A-A179-AE91-D965-5733BD9D5A81}"/>
              </a:ext>
            </a:extLst>
          </p:cNvPr>
          <p:cNvSpPr txBox="1"/>
          <p:nvPr/>
        </p:nvSpPr>
        <p:spPr>
          <a:xfrm>
            <a:off x="6984415" y="1943768"/>
            <a:ext cx="5039419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</a:rPr>
              <a:t>상품을 감싼 </a:t>
            </a:r>
            <a:r>
              <a:rPr lang="en-US" altLang="ko-KR" dirty="0">
                <a:solidFill>
                  <a:schemeClr val="bg1"/>
                </a:solidFill>
              </a:rPr>
              <a:t>a </a:t>
            </a:r>
            <a:r>
              <a:rPr lang="ko-KR" altLang="en-US" dirty="0">
                <a:solidFill>
                  <a:schemeClr val="bg1"/>
                </a:solidFill>
              </a:rPr>
              <a:t>태그에 </a:t>
            </a:r>
            <a:r>
              <a:rPr lang="en-US" altLang="ko-KR" dirty="0">
                <a:solidFill>
                  <a:schemeClr val="bg1"/>
                </a:solidFill>
              </a:rPr>
              <a:t>detail.html</a:t>
            </a:r>
            <a:r>
              <a:rPr lang="ko-KR" altLang="en-US" dirty="0">
                <a:solidFill>
                  <a:schemeClr val="bg1"/>
                </a:solidFill>
              </a:rPr>
              <a:t>을 링크 하는 동시에</a:t>
            </a:r>
            <a:r>
              <a:rPr lang="en-US" altLang="ko-KR" dirty="0">
                <a:solidFill>
                  <a:schemeClr val="bg1"/>
                </a:solidFill>
              </a:rPr>
              <a:t>,</a:t>
            </a:r>
            <a:r>
              <a:rPr lang="ko-KR" altLang="en-US" dirty="0">
                <a:solidFill>
                  <a:schemeClr val="bg1"/>
                </a:solidFill>
              </a:rPr>
              <a:t> 쿼리 스트링</a:t>
            </a:r>
            <a:r>
              <a:rPr lang="en-US" altLang="ko-KR" dirty="0">
                <a:solidFill>
                  <a:schemeClr val="bg1"/>
                </a:solidFill>
              </a:rPr>
              <a:t>&lt;?&gt;</a:t>
            </a:r>
            <a:r>
              <a:rPr lang="ko-KR" altLang="en-US" dirty="0">
                <a:solidFill>
                  <a:schemeClr val="bg1"/>
                </a:solidFill>
              </a:rPr>
              <a:t>을 사용해 </a:t>
            </a:r>
            <a:r>
              <a:rPr lang="en-US" altLang="ko-KR" dirty="0">
                <a:solidFill>
                  <a:schemeClr val="bg1"/>
                </a:solidFill>
              </a:rPr>
              <a:t>id=3</a:t>
            </a:r>
            <a:r>
              <a:rPr lang="ko-KR" altLang="en-US" dirty="0">
                <a:solidFill>
                  <a:schemeClr val="bg1"/>
                </a:solidFill>
              </a:rPr>
              <a:t>이라는 값을 함께 전달한다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9802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8C6F6E-ED4C-FB82-9E92-E73A2FCAC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의류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D71D442-232F-289D-06F8-58C33786BA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2468"/>
            <a:ext cx="7406030" cy="53655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B2840C-4913-5F9F-9B2C-92CAC0DB2AE1}"/>
              </a:ext>
            </a:extLst>
          </p:cNvPr>
          <p:cNvSpPr txBox="1"/>
          <p:nvPr/>
        </p:nvSpPr>
        <p:spPr>
          <a:xfrm>
            <a:off x="7630510" y="519099"/>
            <a:ext cx="4046484" cy="6182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C678DD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products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[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id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남성 푸마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하이록스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클라우드스펀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후디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engName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"M PUMA X HYROX CLOUDSPUN HOODIE"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price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129000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category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의류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mainImages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[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"./images/id1/main1.avif"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"./images/id1/main2.avif"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"./images/id1/main3.avif"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"./images/id1/main4.avif"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"./images/id1/main5.avif"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"./images/id1/main6.avif"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"./images/id1/main7.avif"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colorOptions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[{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img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"./images/id1/colors1.avif"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"Gray"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}, {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img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"./images/id1/colors2.avif"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"Black"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}],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intro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전 세계 피트니스 레이스를 대표하는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HYROX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PUMA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 기술력이 결합된 퍼포먼스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후디입니다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features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[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최소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50% 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이상의 재활용 소재 사용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수분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흡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속건 기능의 </a:t>
            </a:r>
            <a:r>
              <a:rPr lang="en-US" altLang="ko-KR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dryCELL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"4-way 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스트레치 슈퍼 소프트 원단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material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쉘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78%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폴리에스터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16%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리오셀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6%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엘라스테인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careInstructions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[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인쇄부분 다림질 금지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섬유 유연제 사용 금지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뒤집어 세탁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},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6A65B9-56E8-FA25-69DD-31A5995B304F}"/>
              </a:ext>
            </a:extLst>
          </p:cNvPr>
          <p:cNvSpPr txBox="1"/>
          <p:nvPr/>
        </p:nvSpPr>
        <p:spPr>
          <a:xfrm>
            <a:off x="163201" y="158513"/>
            <a:ext cx="2832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detail.html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1223D6C-A9FA-7E51-8B1E-5A92BC7361C8}"/>
              </a:ext>
            </a:extLst>
          </p:cNvPr>
          <p:cNvSpPr/>
          <p:nvPr/>
        </p:nvSpPr>
        <p:spPr>
          <a:xfrm>
            <a:off x="4913745" y="1836125"/>
            <a:ext cx="2359414" cy="4235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9052866-6BB9-B6AA-D5AC-5AAD6B0281E5}"/>
              </a:ext>
            </a:extLst>
          </p:cNvPr>
          <p:cNvSpPr/>
          <p:nvPr/>
        </p:nvSpPr>
        <p:spPr>
          <a:xfrm>
            <a:off x="4834759" y="2459421"/>
            <a:ext cx="704192" cy="1439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82B9012-732E-54B2-9706-BB09239B8A30}"/>
              </a:ext>
            </a:extLst>
          </p:cNvPr>
          <p:cNvSpPr/>
          <p:nvPr/>
        </p:nvSpPr>
        <p:spPr>
          <a:xfrm>
            <a:off x="4847897" y="2863244"/>
            <a:ext cx="930165" cy="537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44F76AC-F6DB-12CA-FA45-2EBE0143E804}"/>
              </a:ext>
            </a:extLst>
          </p:cNvPr>
          <p:cNvSpPr/>
          <p:nvPr/>
        </p:nvSpPr>
        <p:spPr>
          <a:xfrm>
            <a:off x="4847897" y="5333443"/>
            <a:ext cx="2359414" cy="7830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C8DDD68-FFFE-D835-D8CD-73D53267A5B7}"/>
              </a:ext>
            </a:extLst>
          </p:cNvPr>
          <p:cNvSpPr/>
          <p:nvPr/>
        </p:nvSpPr>
        <p:spPr>
          <a:xfrm>
            <a:off x="5223800" y="6116463"/>
            <a:ext cx="1739303" cy="5856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D22D4F-7699-3E81-296E-56AD9876EBA3}"/>
              </a:ext>
            </a:extLst>
          </p:cNvPr>
          <p:cNvSpPr txBox="1"/>
          <p:nvPr/>
        </p:nvSpPr>
        <p:spPr>
          <a:xfrm>
            <a:off x="4028458" y="241124"/>
            <a:ext cx="206499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</a:rPr>
              <a:t>상품별 객체 생성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8636F51-ECC8-F50C-252D-FB2638D086E0}"/>
              </a:ext>
            </a:extLst>
          </p:cNvPr>
          <p:cNvSpPr/>
          <p:nvPr/>
        </p:nvSpPr>
        <p:spPr>
          <a:xfrm>
            <a:off x="7630510" y="572890"/>
            <a:ext cx="1337441" cy="2395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BD3A6CBD-7C91-790E-DAEB-0AC1A7BDBBEA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5927834" y="519099"/>
            <a:ext cx="1702676" cy="1735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CFCA4F0-F35E-DD72-7B3B-B693A2E7CEC5}"/>
              </a:ext>
            </a:extLst>
          </p:cNvPr>
          <p:cNvSpPr txBox="1"/>
          <p:nvPr/>
        </p:nvSpPr>
        <p:spPr>
          <a:xfrm>
            <a:off x="7588759" y="13978"/>
            <a:ext cx="206499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</a:rPr>
              <a:t>data.js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740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의류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1901949-FDBB-BF67-FB17-90C4E7CFE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2468"/>
            <a:ext cx="7406030" cy="53655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DFF11E-441C-F6C9-754B-BB85F84FF68A}"/>
              </a:ext>
            </a:extLst>
          </p:cNvPr>
          <p:cNvSpPr txBox="1"/>
          <p:nvPr/>
        </p:nvSpPr>
        <p:spPr>
          <a:xfrm>
            <a:off x="7630510" y="519099"/>
            <a:ext cx="4046484" cy="6182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C678DD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products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[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id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남성 푸마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하이록스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클라우드스펀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후디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engName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"M PUMA X HYROX CLOUDSPUN HOODIE"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price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129000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category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의류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mainImages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[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"./images/id1/main1.avif"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"./images/id1/main2.avif"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"./images/id1/main3.avif"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"./images/id1/main4.avif"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"./images/id1/main5.avif"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"./images/id1/main6.avif"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"./images/id1/main7.avif"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colorOptions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[{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img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"./images/id1/colors1.avif"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"Gray"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}, {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img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"./images/id1/colors2.avif"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"Black"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}],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intro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전 세계 피트니스 레이스를 대표하는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HYROX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PUMA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 기술력이 결합된 퍼포먼스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후디입니다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features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[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최소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50% 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이상의 재활용 소재 사용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수분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흡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속건 기능의 </a:t>
            </a:r>
            <a:r>
              <a:rPr lang="en-US" altLang="ko-KR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dryCELL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"4-way 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스트레치 슈퍼 소프트 원단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material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쉘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78%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폴리에스터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16%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리오셀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6%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엘라스테인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careInstructions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[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인쇄부분 다림질 금지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섬유 유연제 사용 금지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뒤집어 세탁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},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106904-A955-450C-1676-069BD7D5E2D4}"/>
              </a:ext>
            </a:extLst>
          </p:cNvPr>
          <p:cNvSpPr txBox="1"/>
          <p:nvPr/>
        </p:nvSpPr>
        <p:spPr>
          <a:xfrm>
            <a:off x="163201" y="158513"/>
            <a:ext cx="2832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detail.html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F019BF3-6437-3CBF-6625-242DDA637A9A}"/>
              </a:ext>
            </a:extLst>
          </p:cNvPr>
          <p:cNvSpPr/>
          <p:nvPr/>
        </p:nvSpPr>
        <p:spPr>
          <a:xfrm>
            <a:off x="4913745" y="1836125"/>
            <a:ext cx="2359414" cy="4235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114D842-2EFE-73B4-108A-01EF9483CA4B}"/>
              </a:ext>
            </a:extLst>
          </p:cNvPr>
          <p:cNvSpPr/>
          <p:nvPr/>
        </p:nvSpPr>
        <p:spPr>
          <a:xfrm>
            <a:off x="4834759" y="2459421"/>
            <a:ext cx="704192" cy="1439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DEFEED9-CD75-9117-A671-1354316614C5}"/>
              </a:ext>
            </a:extLst>
          </p:cNvPr>
          <p:cNvSpPr/>
          <p:nvPr/>
        </p:nvSpPr>
        <p:spPr>
          <a:xfrm>
            <a:off x="4847897" y="2863244"/>
            <a:ext cx="930165" cy="537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67E7F62-65B4-CCA4-CCE9-65BC748385B3}"/>
              </a:ext>
            </a:extLst>
          </p:cNvPr>
          <p:cNvCxnSpPr>
            <a:cxnSpLocks/>
          </p:cNvCxnSpPr>
          <p:nvPr/>
        </p:nvCxnSpPr>
        <p:spPr>
          <a:xfrm flipV="1">
            <a:off x="7273159" y="1345324"/>
            <a:ext cx="746234" cy="5885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9EE9E0B-E882-8FA1-CD8E-2DEBB9B0D8B3}"/>
              </a:ext>
            </a:extLst>
          </p:cNvPr>
          <p:cNvCxnSpPr>
            <a:cxnSpLocks/>
          </p:cNvCxnSpPr>
          <p:nvPr/>
        </p:nvCxnSpPr>
        <p:spPr>
          <a:xfrm flipV="1">
            <a:off x="7273159" y="1566041"/>
            <a:ext cx="746234" cy="6096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D3E7BFF4-6C75-BCE6-3813-C43123794F17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5538951" y="1755228"/>
            <a:ext cx="2480442" cy="7761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322A98F6-636E-FD27-6F82-2196C4FC1489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5778062" y="3132014"/>
            <a:ext cx="2241331" cy="5991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10C67E5-E1AE-A96A-74DF-3A006A70963C}"/>
              </a:ext>
            </a:extLst>
          </p:cNvPr>
          <p:cNvSpPr txBox="1"/>
          <p:nvPr/>
        </p:nvSpPr>
        <p:spPr>
          <a:xfrm>
            <a:off x="4028458" y="241123"/>
            <a:ext cx="3377572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</a:rPr>
              <a:t>상품 정보를 </a:t>
            </a:r>
            <a:r>
              <a:rPr lang="en-US" altLang="ko-KR" dirty="0">
                <a:solidFill>
                  <a:schemeClr val="bg1"/>
                </a:solidFill>
              </a:rPr>
              <a:t>id</a:t>
            </a:r>
            <a:r>
              <a:rPr lang="ko-KR" altLang="en-US" dirty="0">
                <a:solidFill>
                  <a:schemeClr val="bg1"/>
                </a:solidFill>
              </a:rPr>
              <a:t>로 불러와</a:t>
            </a:r>
            <a:r>
              <a:rPr lang="en-US" altLang="ko-KR" dirty="0">
                <a:solidFill>
                  <a:schemeClr val="bg1"/>
                </a:solidFill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altLang="ko-KR" dirty="0" err="1">
                <a:solidFill>
                  <a:schemeClr val="bg1"/>
                </a:solidFill>
              </a:rPr>
              <a:t>innerHTML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속성으로 동적으로 변경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4CD337E-612E-61A8-5F1C-ECAF2F33D5E7}"/>
              </a:ext>
            </a:extLst>
          </p:cNvPr>
          <p:cNvSpPr txBox="1"/>
          <p:nvPr/>
        </p:nvSpPr>
        <p:spPr>
          <a:xfrm>
            <a:off x="7588759" y="13978"/>
            <a:ext cx="206499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</a:rPr>
              <a:t>data.js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6324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4A7138-5B1B-0DAD-9AAF-D8C50F4FB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의류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6A3C00-D998-742E-009F-839B75570B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2468"/>
            <a:ext cx="7406030" cy="53655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0D4876-8D21-948C-72B3-4CEC13670F0B}"/>
              </a:ext>
            </a:extLst>
          </p:cNvPr>
          <p:cNvSpPr txBox="1"/>
          <p:nvPr/>
        </p:nvSpPr>
        <p:spPr>
          <a:xfrm>
            <a:off x="163201" y="158513"/>
            <a:ext cx="2832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detail.html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96C976-9D90-6180-FBD3-223CB27A43A6}"/>
              </a:ext>
            </a:extLst>
          </p:cNvPr>
          <p:cNvSpPr/>
          <p:nvPr/>
        </p:nvSpPr>
        <p:spPr>
          <a:xfrm>
            <a:off x="4884842" y="3870006"/>
            <a:ext cx="2521188" cy="11083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D4E0B7F6-22D2-93B3-F614-606AAC55C918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7406030" y="3791527"/>
            <a:ext cx="814334" cy="6326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8D9E716-D6BC-A94F-D586-8AD632814FA5}"/>
              </a:ext>
            </a:extLst>
          </p:cNvPr>
          <p:cNvSpPr txBox="1"/>
          <p:nvPr/>
        </p:nvSpPr>
        <p:spPr>
          <a:xfrm>
            <a:off x="4028458" y="241123"/>
            <a:ext cx="3377572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</a:rPr>
              <a:t>Swiper </a:t>
            </a:r>
            <a:r>
              <a:rPr lang="ko-KR" altLang="en-US" dirty="0">
                <a:solidFill>
                  <a:schemeClr val="bg1"/>
                </a:solidFill>
              </a:rPr>
              <a:t>사용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A9ADE3-2627-D70C-32E8-853D782F23FD}"/>
              </a:ext>
            </a:extLst>
          </p:cNvPr>
          <p:cNvSpPr txBox="1"/>
          <p:nvPr/>
        </p:nvSpPr>
        <p:spPr>
          <a:xfrm>
            <a:off x="7406030" y="487845"/>
            <a:ext cx="206499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</a:rPr>
              <a:t>detail.css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9000B8-D524-945F-066F-3775E1955348}"/>
              </a:ext>
            </a:extLst>
          </p:cNvPr>
          <p:cNvSpPr txBox="1"/>
          <p:nvPr/>
        </p:nvSpPr>
        <p:spPr>
          <a:xfrm>
            <a:off x="8220364" y="1016825"/>
            <a:ext cx="3759200" cy="5549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.swiper</a:t>
            </a: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width: </a:t>
            </a:r>
            <a:r>
              <a:rPr lang="en-US" altLang="ko-KR" sz="1400" b="0" dirty="0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100</a:t>
            </a:r>
            <a:r>
              <a:rPr lang="en-US" altLang="ko-KR" sz="14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%</a:t>
            </a: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height: </a:t>
            </a:r>
            <a:r>
              <a:rPr lang="en-US" altLang="ko-KR" sz="1400" b="0" dirty="0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auto</a:t>
            </a: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</a:t>
            </a:r>
            <a:r>
              <a:rPr lang="en-US" altLang="ko-KR" sz="14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--swiper-navigation-size</a:t>
            </a: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25</a:t>
            </a:r>
            <a:r>
              <a:rPr lang="en-US" altLang="ko-KR" sz="14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px</a:t>
            </a: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</a:t>
            </a:r>
            <a:r>
              <a:rPr lang="en-US" altLang="ko-KR" sz="14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--swiper-navigation-color</a:t>
            </a: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#000</a:t>
            </a: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margin-bottom: </a:t>
            </a:r>
            <a:r>
              <a:rPr lang="en-US" altLang="ko-KR" sz="1400" b="0" dirty="0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60</a:t>
            </a:r>
            <a:r>
              <a:rPr lang="en-US" altLang="ko-KR" sz="14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px</a:t>
            </a: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  <a:p>
            <a:pPr>
              <a:lnSpc>
                <a:spcPts val="1650"/>
              </a:lnSpc>
              <a:buNone/>
            </a:pPr>
            <a:b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endParaRPr lang="en-US" altLang="ko-KR" sz="14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.swiper-slide</a:t>
            </a: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display: </a:t>
            </a:r>
            <a:r>
              <a:rPr lang="en-US" altLang="ko-KR" sz="1400" b="0" dirty="0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flex</a:t>
            </a: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flex-direction: </a:t>
            </a:r>
            <a:r>
              <a:rPr lang="en-US" altLang="ko-KR" sz="1400" b="0" dirty="0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column</a:t>
            </a: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font-size: </a:t>
            </a:r>
            <a:r>
              <a:rPr lang="en-US" altLang="ko-KR" sz="1400" b="0" dirty="0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12</a:t>
            </a:r>
            <a:r>
              <a:rPr lang="en-US" altLang="ko-KR" sz="14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px</a:t>
            </a: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  <a:p>
            <a:pPr>
              <a:lnSpc>
                <a:spcPts val="1650"/>
              </a:lnSpc>
              <a:buNone/>
            </a:pPr>
            <a:b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endParaRPr lang="en-US" altLang="ko-KR" sz="14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.swiper-slide</a:t>
            </a:r>
            <a:r>
              <a:rPr lang="en-US" altLang="ko-KR" sz="14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4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img</a:t>
            </a: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width: </a:t>
            </a:r>
            <a:r>
              <a:rPr lang="en-US" altLang="ko-KR" sz="1400" b="0" dirty="0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100</a:t>
            </a:r>
            <a:r>
              <a:rPr lang="en-US" altLang="ko-KR" sz="14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%</a:t>
            </a: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height: </a:t>
            </a:r>
            <a:r>
              <a:rPr lang="en-US" altLang="ko-KR" sz="1400" b="0" dirty="0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auto</a:t>
            </a: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margin-bottom: </a:t>
            </a:r>
            <a:r>
              <a:rPr lang="en-US" altLang="ko-KR" sz="1400" b="0" dirty="0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10</a:t>
            </a:r>
            <a:r>
              <a:rPr lang="en-US" altLang="ko-KR" sz="14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px</a:t>
            </a: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400" b="0" dirty="0" err="1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swiper-button-next</a:t>
            </a:r>
            <a:r>
              <a:rPr lang="en-US" altLang="ko-KR" sz="1400" b="0" dirty="0" err="1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:after</a:t>
            </a: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400" b="0" dirty="0" err="1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swiper-button-prev</a:t>
            </a:r>
            <a:r>
              <a:rPr lang="en-US" altLang="ko-KR" sz="1400" b="0" dirty="0" err="1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:after</a:t>
            </a: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font-weight: </a:t>
            </a:r>
            <a:r>
              <a:rPr lang="en-US" altLang="ko-KR" sz="1400" b="0" dirty="0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900</a:t>
            </a: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67060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AEB48A-990E-70C0-CC0C-8BA7AE7B2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의류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A078F2-633E-3033-C8C5-24E077278F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2468"/>
            <a:ext cx="7406030" cy="53655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D5A55C-4315-A1F8-CE36-F0C361B71CF4}"/>
              </a:ext>
            </a:extLst>
          </p:cNvPr>
          <p:cNvSpPr txBox="1"/>
          <p:nvPr/>
        </p:nvSpPr>
        <p:spPr>
          <a:xfrm>
            <a:off x="7630510" y="519099"/>
            <a:ext cx="4046484" cy="6182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C678DD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products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[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id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남성 푸마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하이록스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클라우드스펀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후디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engName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"M PUMA X HYROX CLOUDSPUN HOODIE"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price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129000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category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의류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mainImages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[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"./images/id1/main1.avif"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"./images/id1/main2.avif"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"./images/id1/main3.avif"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"./images/id1/main4.avif"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"./images/id1/main5.avif"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"./images/id1/main6.avif"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"./images/id1/main7.avif"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colorOptions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[{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img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"./images/id1/colors1.avif"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"Gray"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}, {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img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"./images/id1/colors2.avif"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"Black"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}],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intro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전 세계 피트니스 레이스를 대표하는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HYROX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PUMA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 기술력이 결합된 퍼포먼스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후디입니다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features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[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최소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50% 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이상의 재활용 소재 사용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수분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흡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속건 기능의 </a:t>
            </a:r>
            <a:r>
              <a:rPr lang="en-US" altLang="ko-KR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dryCELL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"4-way 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스트레치 슈퍼 소프트 원단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material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쉘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78%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폴리에스터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16%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리오셀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6%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엘라스테인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careInstructions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[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인쇄부분 다림질 금지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섬유 유연제 사용 금지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뒤집어 세탁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},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C6B166-CC2C-1C5D-5A74-32F1A0E0D744}"/>
              </a:ext>
            </a:extLst>
          </p:cNvPr>
          <p:cNvSpPr txBox="1"/>
          <p:nvPr/>
        </p:nvSpPr>
        <p:spPr>
          <a:xfrm>
            <a:off x="163201" y="158513"/>
            <a:ext cx="2832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detail.html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1DFE0A0-3367-5295-DA22-98B09F78666F}"/>
              </a:ext>
            </a:extLst>
          </p:cNvPr>
          <p:cNvSpPr/>
          <p:nvPr/>
        </p:nvSpPr>
        <p:spPr>
          <a:xfrm>
            <a:off x="4847897" y="5333443"/>
            <a:ext cx="2359414" cy="7830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13817F14-DCAC-1C93-BBB1-77F6CAC292EB}"/>
              </a:ext>
            </a:extLst>
          </p:cNvPr>
          <p:cNvCxnSpPr>
            <a:cxnSpLocks/>
          </p:cNvCxnSpPr>
          <p:nvPr/>
        </p:nvCxnSpPr>
        <p:spPr>
          <a:xfrm flipV="1">
            <a:off x="7207311" y="2102069"/>
            <a:ext cx="1085351" cy="36260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1AD49AD0-E5ED-BD03-450F-A2BC28B43188}"/>
              </a:ext>
            </a:extLst>
          </p:cNvPr>
          <p:cNvSpPr/>
          <p:nvPr/>
        </p:nvSpPr>
        <p:spPr>
          <a:xfrm>
            <a:off x="7997058" y="1862521"/>
            <a:ext cx="1337441" cy="2395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2D7933-85EB-DB55-3DF8-E93BA59B9EF2}"/>
              </a:ext>
            </a:extLst>
          </p:cNvPr>
          <p:cNvSpPr txBox="1"/>
          <p:nvPr/>
        </p:nvSpPr>
        <p:spPr>
          <a:xfrm>
            <a:off x="3100552" y="158513"/>
            <a:ext cx="4305478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</a:rPr>
              <a:t>카테고리에 따른 사이즈 박스 동적 변환</a:t>
            </a:r>
            <a:endParaRPr lang="en-US" altLang="ko-KR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</a:rPr>
              <a:t>의류 </a:t>
            </a:r>
            <a:r>
              <a:rPr lang="en-US" altLang="ko-KR" dirty="0">
                <a:solidFill>
                  <a:schemeClr val="bg1"/>
                </a:solidFill>
              </a:rPr>
              <a:t>/ </a:t>
            </a:r>
            <a:r>
              <a:rPr lang="ko-KR" altLang="en-US" dirty="0">
                <a:solidFill>
                  <a:schemeClr val="bg1"/>
                </a:solidFill>
              </a:rPr>
              <a:t>신발 </a:t>
            </a:r>
            <a:r>
              <a:rPr lang="en-US" altLang="ko-KR" dirty="0">
                <a:solidFill>
                  <a:schemeClr val="bg1"/>
                </a:solidFill>
              </a:rPr>
              <a:t>/ </a:t>
            </a:r>
            <a:r>
              <a:rPr lang="ko-KR" altLang="en-US" dirty="0">
                <a:solidFill>
                  <a:schemeClr val="bg1"/>
                </a:solidFill>
              </a:rPr>
              <a:t>용품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4EABAF-D762-D7AA-89D2-AB3AD135434F}"/>
              </a:ext>
            </a:extLst>
          </p:cNvPr>
          <p:cNvSpPr txBox="1"/>
          <p:nvPr/>
        </p:nvSpPr>
        <p:spPr>
          <a:xfrm>
            <a:off x="7588759" y="13978"/>
            <a:ext cx="206499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</a:rPr>
              <a:t>data.js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4833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8A5BAB-860D-1C55-DBB5-CC20740EB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의류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33CEE5-8860-4284-24F8-3B41DF996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2468"/>
            <a:ext cx="7406030" cy="53655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B207B3-64AF-DEF8-60E4-CB48931FBC03}"/>
              </a:ext>
            </a:extLst>
          </p:cNvPr>
          <p:cNvSpPr txBox="1"/>
          <p:nvPr/>
        </p:nvSpPr>
        <p:spPr>
          <a:xfrm>
            <a:off x="163201" y="158513"/>
            <a:ext cx="2832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detail.html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FD8305E-8E13-A5D4-664A-9216EE75801E}"/>
              </a:ext>
            </a:extLst>
          </p:cNvPr>
          <p:cNvSpPr/>
          <p:nvPr/>
        </p:nvSpPr>
        <p:spPr>
          <a:xfrm>
            <a:off x="5226348" y="6116463"/>
            <a:ext cx="1739303" cy="3478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6E65E4-AB02-996E-04F6-5D648D799DF7}"/>
              </a:ext>
            </a:extLst>
          </p:cNvPr>
          <p:cNvSpPr txBox="1"/>
          <p:nvPr/>
        </p:nvSpPr>
        <p:spPr>
          <a:xfrm>
            <a:off x="7535918" y="880319"/>
            <a:ext cx="4482371" cy="5528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1. 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현재 </a:t>
            </a: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URL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에서 상품 </a:t>
            </a: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ID 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가져오기</a:t>
            </a:r>
            <a:endParaRPr lang="ko-KR" altLang="en-US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ko-KR" altLang="en-US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const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productId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parseInt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params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get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"id"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));</a:t>
            </a:r>
          </a:p>
          <a:p>
            <a:pPr>
              <a:lnSpc>
                <a:spcPts val="1650"/>
              </a:lnSpc>
              <a:buNone/>
            </a:pPr>
            <a:b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endParaRPr lang="en-US" altLang="ko-KR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2. 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선택된 사이즈 가져오기 </a:t>
            </a: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라디오 버튼</a:t>
            </a: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endParaRPr lang="ko-KR" altLang="en-US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ko-KR" altLang="en-US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const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selectedSizeElement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document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querySelector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'input[name="product-size"]:checked'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);</a:t>
            </a:r>
            <a:b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endParaRPr lang="en-US" altLang="ko-KR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3. 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선택된 수량 가져오기 </a:t>
            </a: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드롭다운 버튼의 텍스트 숫자</a:t>
            </a: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endParaRPr lang="ko-KR" altLang="en-US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ko-KR" altLang="en-US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const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quantityText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document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querySelector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'.drop-</a:t>
            </a:r>
            <a:r>
              <a:rPr lang="en-US" altLang="ko-KR" sz="1200" b="0" dirty="0" err="1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btn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'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).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innerText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trim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();</a:t>
            </a:r>
            <a:b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endParaRPr lang="en-US" altLang="ko-KR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ko-KR" altLang="en-US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기존 장바구니 데이터를 가져오거나 없으면 빈 배열 생성</a:t>
            </a:r>
            <a:endParaRPr lang="ko-KR" altLang="en-US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ko-KR" altLang="en-US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let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cartStorage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JSON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parse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localStorage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getItem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"cart"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))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||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[];</a:t>
            </a:r>
          </a:p>
          <a:p>
            <a:pPr>
              <a:lnSpc>
                <a:spcPts val="1650"/>
              </a:lnSpc>
              <a:buNone/>
            </a:pPr>
            <a:b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endParaRPr lang="en-US" altLang="ko-KR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동일한 상품 </a:t>
            </a: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ID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와 동일한 사이즈가 이미 있는지 확인</a:t>
            </a:r>
            <a:endParaRPr lang="ko-KR" altLang="en-US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ko-KR" altLang="en-US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const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existingItemIndex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cartStorage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findIndex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  (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item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=&gt;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item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id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===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productId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&amp;&amp;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item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selectedSize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===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selectedSize</a:t>
            </a:r>
            <a:endParaRPr lang="en-US" altLang="ko-KR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185FC4-8B25-6FC9-EBB3-5B80ABCE9124}"/>
              </a:ext>
            </a:extLst>
          </p:cNvPr>
          <p:cNvSpPr txBox="1"/>
          <p:nvPr/>
        </p:nvSpPr>
        <p:spPr>
          <a:xfrm>
            <a:off x="7588759" y="13978"/>
            <a:ext cx="206499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</a:rPr>
              <a:t>detail.js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3ECCF4-E457-E4DB-CA74-AA85F974BD28}"/>
              </a:ext>
            </a:extLst>
          </p:cNvPr>
          <p:cNvSpPr txBox="1"/>
          <p:nvPr/>
        </p:nvSpPr>
        <p:spPr>
          <a:xfrm>
            <a:off x="3100552" y="158513"/>
            <a:ext cx="4305478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</a:rPr>
              <a:t>장바구니 추가 버튼을 누르면</a:t>
            </a:r>
            <a:endParaRPr lang="en-US" altLang="ko-KR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</a:rPr>
              <a:t>상품 </a:t>
            </a:r>
            <a:r>
              <a:rPr lang="en-US" altLang="ko-KR" dirty="0">
                <a:solidFill>
                  <a:schemeClr val="bg1"/>
                </a:solidFill>
              </a:rPr>
              <a:t>id, </a:t>
            </a:r>
            <a:r>
              <a:rPr lang="ko-KR" altLang="en-US" dirty="0">
                <a:solidFill>
                  <a:schemeClr val="bg1"/>
                </a:solidFill>
              </a:rPr>
              <a:t>사이즈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수량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정보를 </a:t>
            </a:r>
            <a:r>
              <a:rPr lang="en-US" altLang="ko-KR" dirty="0">
                <a:solidFill>
                  <a:schemeClr val="bg1"/>
                </a:solidFill>
              </a:rPr>
              <a:t>cart.html</a:t>
            </a:r>
            <a:r>
              <a:rPr lang="ko-KR" altLang="en-US" dirty="0">
                <a:solidFill>
                  <a:schemeClr val="bg1"/>
                </a:solidFill>
              </a:rPr>
              <a:t>로 전송함</a:t>
            </a:r>
          </a:p>
        </p:txBody>
      </p:sp>
    </p:spTree>
    <p:extLst>
      <p:ext uri="{BB962C8B-B14F-4D97-AF65-F5344CB8AC3E}">
        <p14:creationId xmlns:p14="http://schemas.microsoft.com/office/powerpoint/2010/main" val="2861344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D4E84A-E83D-B66A-6FAD-285ED5838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2E7EF4-E7F3-CCBA-B562-058FBE90F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9" y="917058"/>
            <a:ext cx="12192000" cy="18166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6EA16D-A14C-2576-C767-C2E2C27D21EE}"/>
              </a:ext>
            </a:extLst>
          </p:cNvPr>
          <p:cNvSpPr txBox="1"/>
          <p:nvPr/>
        </p:nvSpPr>
        <p:spPr>
          <a:xfrm>
            <a:off x="163201" y="158513"/>
            <a:ext cx="2832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detail.html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F35499-8D1D-0D55-2A92-D4E8AF645A2C}"/>
              </a:ext>
            </a:extLst>
          </p:cNvPr>
          <p:cNvSpPr txBox="1"/>
          <p:nvPr/>
        </p:nvSpPr>
        <p:spPr>
          <a:xfrm>
            <a:off x="2315271" y="165886"/>
            <a:ext cx="206499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err="1">
                <a:solidFill>
                  <a:schemeClr val="bg1"/>
                </a:solidFill>
              </a:rPr>
              <a:t>상품평</a:t>
            </a:r>
            <a:r>
              <a:rPr lang="ko-KR" altLang="en-US" dirty="0">
                <a:solidFill>
                  <a:schemeClr val="bg1"/>
                </a:solidFill>
              </a:rPr>
              <a:t> 영역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BB14C25-0CEF-30BB-3E49-DCA0EDB9DB24}"/>
              </a:ext>
            </a:extLst>
          </p:cNvPr>
          <p:cNvSpPr/>
          <p:nvPr/>
        </p:nvSpPr>
        <p:spPr>
          <a:xfrm>
            <a:off x="5068692" y="1807779"/>
            <a:ext cx="2049518" cy="9259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D306B0D0-A0CF-C88C-3D2A-F4A9C52BFDF5}"/>
              </a:ext>
            </a:extLst>
          </p:cNvPr>
          <p:cNvCxnSpPr>
            <a:cxnSpLocks/>
          </p:cNvCxnSpPr>
          <p:nvPr/>
        </p:nvCxnSpPr>
        <p:spPr>
          <a:xfrm>
            <a:off x="6093451" y="2741671"/>
            <a:ext cx="0" cy="2889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7D1F190-09AC-5EEE-FF3E-06D802EB04C1}"/>
              </a:ext>
            </a:extLst>
          </p:cNvPr>
          <p:cNvSpPr txBox="1"/>
          <p:nvPr/>
        </p:nvSpPr>
        <p:spPr>
          <a:xfrm>
            <a:off x="2684197" y="3173724"/>
            <a:ext cx="6818507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</a:rPr>
              <a:t>별에 마우스를 올려두면 해당 별까지 색이 채워지고</a:t>
            </a:r>
            <a:r>
              <a:rPr lang="en-US" altLang="ko-KR" dirty="0">
                <a:solidFill>
                  <a:schemeClr val="bg1"/>
                </a:solidFill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</a:rPr>
              <a:t>별이나 </a:t>
            </a:r>
            <a:r>
              <a:rPr lang="ko-KR" altLang="en-US" dirty="0" err="1">
                <a:solidFill>
                  <a:schemeClr val="bg1"/>
                </a:solidFill>
              </a:rPr>
              <a:t>상품평</a:t>
            </a:r>
            <a:r>
              <a:rPr lang="ko-KR" altLang="en-US" dirty="0">
                <a:solidFill>
                  <a:schemeClr val="bg1"/>
                </a:solidFill>
              </a:rPr>
              <a:t> 작성 버튼을 누르면 리뷰 작성 </a:t>
            </a:r>
            <a:r>
              <a:rPr lang="ko-KR" altLang="en-US" dirty="0" err="1">
                <a:solidFill>
                  <a:schemeClr val="bg1"/>
                </a:solidFill>
              </a:rPr>
              <a:t>모달창이</a:t>
            </a:r>
            <a:r>
              <a:rPr lang="ko-KR" altLang="en-US" dirty="0">
                <a:solidFill>
                  <a:schemeClr val="bg1"/>
                </a:solidFill>
              </a:rPr>
              <a:t> 나타남</a:t>
            </a:r>
          </a:p>
        </p:txBody>
      </p:sp>
    </p:spTree>
    <p:extLst>
      <p:ext uri="{BB962C8B-B14F-4D97-AF65-F5344CB8AC3E}">
        <p14:creationId xmlns:p14="http://schemas.microsoft.com/office/powerpoint/2010/main" val="1551700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2F3275-F073-10F1-60CE-B77F9A51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5ED0B32-75C1-30C0-E34F-E6C3EEA17F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04" r="12123"/>
          <a:stretch>
            <a:fillRect/>
          </a:stretch>
        </p:blipFill>
        <p:spPr>
          <a:xfrm>
            <a:off x="0" y="1673772"/>
            <a:ext cx="7609722" cy="50257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4C898A-68DC-73FD-D886-62E48CC1988C}"/>
              </a:ext>
            </a:extLst>
          </p:cNvPr>
          <p:cNvSpPr txBox="1"/>
          <p:nvPr/>
        </p:nvSpPr>
        <p:spPr>
          <a:xfrm>
            <a:off x="163201" y="158513"/>
            <a:ext cx="2832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detail.html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785E53-EA79-E0DE-DEB3-E46AD3EE869B}"/>
              </a:ext>
            </a:extLst>
          </p:cNvPr>
          <p:cNvSpPr txBox="1"/>
          <p:nvPr/>
        </p:nvSpPr>
        <p:spPr>
          <a:xfrm>
            <a:off x="1962951" y="165886"/>
            <a:ext cx="206499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err="1">
                <a:solidFill>
                  <a:schemeClr val="bg1"/>
                </a:solidFill>
              </a:rPr>
              <a:t>상품평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ko-KR" altLang="en-US" dirty="0" err="1">
                <a:solidFill>
                  <a:schemeClr val="bg1"/>
                </a:solidFill>
              </a:rPr>
              <a:t>모달창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49801E-B3B7-73B5-EFF1-3E1E3DD2C1A5}"/>
              </a:ext>
            </a:extLst>
          </p:cNvPr>
          <p:cNvSpPr txBox="1"/>
          <p:nvPr/>
        </p:nvSpPr>
        <p:spPr>
          <a:xfrm>
            <a:off x="7048234" y="427632"/>
            <a:ext cx="5051402" cy="1020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bg1"/>
                </a:solidFill>
              </a:rPr>
              <a:t>별과 등록 버튼을 클릭하면 </a:t>
            </a:r>
            <a:r>
              <a:rPr lang="en-US" altLang="ko-KR" sz="1400" dirty="0">
                <a:solidFill>
                  <a:schemeClr val="bg1"/>
                </a:solidFill>
              </a:rPr>
              <a:t>active </a:t>
            </a:r>
            <a:r>
              <a:rPr lang="ko-KR" altLang="en-US" sz="1400" dirty="0">
                <a:solidFill>
                  <a:schemeClr val="bg1"/>
                </a:solidFill>
              </a:rPr>
              <a:t>클래스를 추가</a:t>
            </a:r>
            <a:r>
              <a:rPr lang="en-US" altLang="ko-KR" sz="1400" dirty="0">
                <a:solidFill>
                  <a:schemeClr val="bg1"/>
                </a:solidFill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bg1"/>
                </a:solidFill>
              </a:rPr>
              <a:t>닫기 버튼 및 </a:t>
            </a:r>
            <a:r>
              <a:rPr lang="ko-KR" altLang="en-US" sz="1400" dirty="0" err="1">
                <a:solidFill>
                  <a:schemeClr val="bg1"/>
                </a:solidFill>
              </a:rPr>
              <a:t>모달</a:t>
            </a:r>
            <a:r>
              <a:rPr lang="ko-KR" altLang="en-US" sz="1400" dirty="0">
                <a:solidFill>
                  <a:schemeClr val="bg1"/>
                </a:solidFill>
              </a:rPr>
              <a:t> 바깥쪽 클릭 시 </a:t>
            </a:r>
            <a:r>
              <a:rPr lang="en-US" altLang="ko-KR" sz="1400" dirty="0">
                <a:solidFill>
                  <a:schemeClr val="bg1"/>
                </a:solidFill>
              </a:rPr>
              <a:t>active </a:t>
            </a:r>
            <a:r>
              <a:rPr lang="ko-KR" altLang="en-US" sz="1400" dirty="0">
                <a:solidFill>
                  <a:schemeClr val="bg1"/>
                </a:solidFill>
              </a:rPr>
              <a:t>클래스를 제거하여</a:t>
            </a:r>
            <a:endParaRPr lang="en-US" altLang="ko-KR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bg1"/>
                </a:solidFill>
              </a:rPr>
              <a:t>팝업을 만든다</a:t>
            </a:r>
            <a:r>
              <a:rPr lang="en-US" altLang="ko-KR" sz="1400" dirty="0">
                <a:solidFill>
                  <a:schemeClr val="bg1"/>
                </a:solidFill>
              </a:rPr>
              <a:t>.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3D48D8-E7F5-42B9-04C0-FC82FD2059BD}"/>
              </a:ext>
            </a:extLst>
          </p:cNvPr>
          <p:cNvSpPr txBox="1"/>
          <p:nvPr/>
        </p:nvSpPr>
        <p:spPr>
          <a:xfrm>
            <a:off x="8017164" y="1834520"/>
            <a:ext cx="3851564" cy="4438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별을 클릭하면 </a:t>
            </a:r>
            <a:r>
              <a:rPr lang="ko-KR" altLang="en-US" sz="1200" b="0" dirty="0" err="1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모달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열기</a:t>
            </a:r>
            <a:endParaRPr lang="ko-KR" altLang="en-US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stars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forEach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star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=&gt;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star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addEventListener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"click"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()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=&gt;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   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modal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classList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add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"active"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});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하단 리뷰 등록 버튼 클릭 시 </a:t>
            </a:r>
            <a:r>
              <a:rPr lang="ko-KR" altLang="en-US" sz="1200" b="0" dirty="0" err="1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모달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열기</a:t>
            </a:r>
            <a:endParaRPr lang="ko-KR" altLang="en-US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writeBtn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addEventListener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"click"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()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=&gt;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modal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classList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add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"active"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}) 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닫기 버튼 클릭 시 </a:t>
            </a:r>
            <a:r>
              <a:rPr lang="ko-KR" altLang="en-US" sz="1200" b="0" dirty="0" err="1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모달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닫기</a:t>
            </a:r>
            <a:endParaRPr lang="ko-KR" altLang="en-US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closeBtn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addEventListener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"click"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()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=&gt;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modal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classList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remove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"active"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en-US" sz="1200" b="0" dirty="0" err="1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모달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바깥</a:t>
            </a: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배경</a:t>
            </a: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클릭 시 닫기</a:t>
            </a:r>
            <a:endParaRPr lang="ko-KR" altLang="en-US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window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addEventListener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"click"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(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=&gt;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if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(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target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===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modal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   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modal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classList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remove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"active"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}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691617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EACE82-6F23-0325-C0EB-A475F837F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18520C-A457-C974-3A6E-C9BEB76A14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04" r="12123"/>
          <a:stretch>
            <a:fillRect/>
          </a:stretch>
        </p:blipFill>
        <p:spPr>
          <a:xfrm>
            <a:off x="0" y="1673772"/>
            <a:ext cx="7609722" cy="50257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DC014F-F2E2-5564-8CD3-402B98133D7A}"/>
              </a:ext>
            </a:extLst>
          </p:cNvPr>
          <p:cNvSpPr txBox="1"/>
          <p:nvPr/>
        </p:nvSpPr>
        <p:spPr>
          <a:xfrm>
            <a:off x="163201" y="158513"/>
            <a:ext cx="2832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detail.html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785874-9B8C-9E84-4DFE-4757B6BCA2B5}"/>
              </a:ext>
            </a:extLst>
          </p:cNvPr>
          <p:cNvSpPr txBox="1"/>
          <p:nvPr/>
        </p:nvSpPr>
        <p:spPr>
          <a:xfrm>
            <a:off x="1962951" y="165886"/>
            <a:ext cx="206499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err="1">
                <a:solidFill>
                  <a:schemeClr val="bg1"/>
                </a:solidFill>
              </a:rPr>
              <a:t>별점</a:t>
            </a:r>
            <a:r>
              <a:rPr lang="ko-KR" altLang="en-US" dirty="0">
                <a:solidFill>
                  <a:schemeClr val="bg1"/>
                </a:solidFill>
              </a:rPr>
              <a:t> 로직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D3DF200-94FB-CB43-6881-6D3F971F5BB0}"/>
              </a:ext>
            </a:extLst>
          </p:cNvPr>
          <p:cNvSpPr/>
          <p:nvPr/>
        </p:nvSpPr>
        <p:spPr>
          <a:xfrm>
            <a:off x="1524384" y="3429000"/>
            <a:ext cx="1471064" cy="4422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CD1C15-0409-8588-06C8-BF64EC290A9A}"/>
              </a:ext>
            </a:extLst>
          </p:cNvPr>
          <p:cNvSpPr txBox="1"/>
          <p:nvPr/>
        </p:nvSpPr>
        <p:spPr>
          <a:xfrm>
            <a:off x="7964799" y="560922"/>
            <a:ext cx="3866983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bg1"/>
                </a:solidFill>
              </a:rPr>
              <a:t>별 </a:t>
            </a:r>
            <a:r>
              <a:rPr lang="ko-KR" altLang="en-US" sz="1400" dirty="0" err="1">
                <a:solidFill>
                  <a:schemeClr val="bg1"/>
                </a:solidFill>
              </a:rPr>
              <a:t>클릭시</a:t>
            </a:r>
            <a:r>
              <a:rPr lang="ko-KR" altLang="en-US" sz="1400" dirty="0">
                <a:solidFill>
                  <a:schemeClr val="bg1"/>
                </a:solidFill>
              </a:rPr>
              <a:t> 해당 번째 별의 인덱스 만큼</a:t>
            </a:r>
            <a:endParaRPr lang="en-US" altLang="ko-KR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bg1"/>
                </a:solidFill>
              </a:rPr>
              <a:t>선택한 클래스를 추가하여 </a:t>
            </a:r>
            <a:r>
              <a:rPr lang="ko-KR" altLang="en-US" sz="1400" dirty="0" err="1">
                <a:solidFill>
                  <a:schemeClr val="bg1"/>
                </a:solidFill>
              </a:rPr>
              <a:t>별점을</a:t>
            </a:r>
            <a:r>
              <a:rPr lang="ko-KR" altLang="en-US" sz="1400" dirty="0">
                <a:solidFill>
                  <a:schemeClr val="bg1"/>
                </a:solidFill>
              </a:rPr>
              <a:t> 고정한다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FDCE3B-639E-D8CE-337D-84E58E42B53E}"/>
              </a:ext>
            </a:extLst>
          </p:cNvPr>
          <p:cNvSpPr txBox="1"/>
          <p:nvPr/>
        </p:nvSpPr>
        <p:spPr>
          <a:xfrm>
            <a:off x="7721601" y="2076179"/>
            <a:ext cx="4378036" cy="4220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function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initModalStarRating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const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modalStars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document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querySelectorAll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".modal-	ratings .stars div"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</a:t>
            </a:r>
            <a:r>
              <a:rPr lang="en-US" altLang="ko-KR" sz="1200" b="0" dirty="0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console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log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document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querySelectorAll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".modal-	ratings .stars div"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));</a:t>
            </a:r>
          </a:p>
          <a:p>
            <a:pPr>
              <a:lnSpc>
                <a:spcPts val="1650"/>
              </a:lnSpc>
              <a:buNone/>
            </a:pPr>
            <a:b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endParaRPr lang="en-US" altLang="ko-KR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modalStars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forEach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((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star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index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)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=&gt;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star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addEventListener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"click"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()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=&gt;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 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modalStars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forEach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=&gt;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	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classList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remove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"selected"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));</a:t>
            </a:r>
          </a:p>
          <a:p>
            <a:pPr>
              <a:lnSpc>
                <a:spcPts val="1650"/>
              </a:lnSpc>
              <a:buNone/>
            </a:pPr>
            <a:b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endParaRPr lang="en-US" altLang="ko-KR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 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for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let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0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;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&lt;=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index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;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++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   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modalStars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[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].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classList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add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"selected"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  }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});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});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80472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36CBCD-7B58-7C3D-FCC0-A88B3544A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38BDBA-FE03-E406-D651-6369B8F5C4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04" r="12123"/>
          <a:stretch>
            <a:fillRect/>
          </a:stretch>
        </p:blipFill>
        <p:spPr>
          <a:xfrm>
            <a:off x="0" y="1673772"/>
            <a:ext cx="7609722" cy="50257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5BF572-A87F-7B5A-70A6-5745B60E0CFE}"/>
              </a:ext>
            </a:extLst>
          </p:cNvPr>
          <p:cNvSpPr txBox="1"/>
          <p:nvPr/>
        </p:nvSpPr>
        <p:spPr>
          <a:xfrm>
            <a:off x="163201" y="158513"/>
            <a:ext cx="2832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detail.html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26FDC0-720C-9F41-39C5-F9853E93C30B}"/>
              </a:ext>
            </a:extLst>
          </p:cNvPr>
          <p:cNvSpPr txBox="1"/>
          <p:nvPr/>
        </p:nvSpPr>
        <p:spPr>
          <a:xfrm>
            <a:off x="1962951" y="165886"/>
            <a:ext cx="206499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bg1"/>
                </a:solidFill>
              </a:rPr>
              <a:t>유효성 검사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9A7C86F-D3AB-435D-C70E-ACFA6ABA573F}"/>
              </a:ext>
            </a:extLst>
          </p:cNvPr>
          <p:cNvSpPr/>
          <p:nvPr/>
        </p:nvSpPr>
        <p:spPr>
          <a:xfrm>
            <a:off x="1579324" y="4207410"/>
            <a:ext cx="4415076" cy="14452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A3ABF4-13D9-855F-82F3-E44BD9EE1A1E}"/>
              </a:ext>
            </a:extLst>
          </p:cNvPr>
          <p:cNvSpPr txBox="1"/>
          <p:nvPr/>
        </p:nvSpPr>
        <p:spPr>
          <a:xfrm>
            <a:off x="7937090" y="976722"/>
            <a:ext cx="3866983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bg1"/>
                </a:solidFill>
              </a:rPr>
              <a:t>프론트 시험에서의 유효성 검사와 같은 로직</a:t>
            </a:r>
            <a:r>
              <a:rPr lang="en-US" altLang="ko-KR" sz="1400" dirty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bg1"/>
                </a:solidFill>
              </a:rPr>
              <a:t>등록이 완료되면 </a:t>
            </a:r>
            <a:r>
              <a:rPr lang="ko-KR" altLang="en-US" sz="1400" dirty="0" err="1">
                <a:solidFill>
                  <a:schemeClr val="bg1"/>
                </a:solidFill>
              </a:rPr>
              <a:t>모달</a:t>
            </a:r>
            <a:r>
              <a:rPr lang="ko-KR" altLang="en-US" sz="1400" dirty="0">
                <a:solidFill>
                  <a:schemeClr val="bg1"/>
                </a:solidFill>
              </a:rPr>
              <a:t> 창을 닫는다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A6E31C-3CC8-802D-CDEE-22B9A5B3B82A}"/>
              </a:ext>
            </a:extLst>
          </p:cNvPr>
          <p:cNvSpPr txBox="1"/>
          <p:nvPr/>
        </p:nvSpPr>
        <p:spPr>
          <a:xfrm>
            <a:off x="7777018" y="1955346"/>
            <a:ext cx="4414982" cy="3784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function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checkValidity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const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content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document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getElementById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"review-	content"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const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title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document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getElementById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"review-title"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);</a:t>
            </a:r>
          </a:p>
          <a:p>
            <a:pPr>
              <a:lnSpc>
                <a:spcPts val="1650"/>
              </a:lnSpc>
              <a:buNone/>
            </a:pPr>
            <a:b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endParaRPr lang="en-US" altLang="ko-KR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if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content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==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alert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내용을 입력하세요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}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else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if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title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alert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제목을 입력하세요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}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else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alert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리뷰 등록을 완료했습니다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document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querySelector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".modal-	background"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).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classList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remove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"active"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}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07463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1446</Words>
  <Application>Microsoft Office PowerPoint</Application>
  <PresentationFormat>와이드스크린</PresentationFormat>
  <Paragraphs>164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D2Coding</vt:lpstr>
      <vt:lpstr>D2Coding ligature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현겸 이</dc:creator>
  <cp:lastModifiedBy>현겸 이</cp:lastModifiedBy>
  <cp:revision>4</cp:revision>
  <dcterms:created xsi:type="dcterms:W3CDTF">2026-02-25T00:19:16Z</dcterms:created>
  <dcterms:modified xsi:type="dcterms:W3CDTF">2026-02-25T05:19:41Z</dcterms:modified>
</cp:coreProperties>
</file>