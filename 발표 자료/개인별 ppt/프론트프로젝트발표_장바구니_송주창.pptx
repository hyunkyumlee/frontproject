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71" r:id="rId3"/>
    <p:sldId id="263" r:id="rId4"/>
    <p:sldId id="264" r:id="rId5"/>
    <p:sldId id="267" r:id="rId6"/>
    <p:sldId id="268" r:id="rId7"/>
    <p:sldId id="258" r:id="rId8"/>
    <p:sldId id="269" r:id="rId9"/>
    <p:sldId id="265" r:id="rId10"/>
    <p:sldId id="259" r:id="rId11"/>
    <p:sldId id="27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E2179-65AA-4612-BB61-9785D994A1FB}" v="59" dt="2026-02-25T02:40:29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3818" autoAdjust="0"/>
  </p:normalViewPr>
  <p:slideViewPr>
    <p:cSldViewPr snapToGrid="0">
      <p:cViewPr>
        <p:scale>
          <a:sx n="100" d="100"/>
          <a:sy n="100" d="100"/>
        </p:scale>
        <p:origin x="15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주창 송" userId="e30c623420963f5d" providerId="LiveId" clId="{ECAB6085-E701-4CF4-8041-65278B105CE8}"/>
    <pc:docChg chg="undo custSel addSld delSld modSld">
      <pc:chgData name="주창 송" userId="e30c623420963f5d" providerId="LiveId" clId="{ECAB6085-E701-4CF4-8041-65278B105CE8}" dt="2026-02-25T02:41:18.235" v="3789" actId="14100"/>
      <pc:docMkLst>
        <pc:docMk/>
      </pc:docMkLst>
      <pc:sldChg chg="del">
        <pc:chgData name="주창 송" userId="e30c623420963f5d" providerId="LiveId" clId="{ECAB6085-E701-4CF4-8041-65278B105CE8}" dt="2026-02-25T00:05:09.239" v="20" actId="47"/>
        <pc:sldMkLst>
          <pc:docMk/>
          <pc:sldMk cId="1786891999" sldId="256"/>
        </pc:sldMkLst>
      </pc:sldChg>
      <pc:sldChg chg="addSp delSp modSp new mod">
        <pc:chgData name="주창 송" userId="e30c623420963f5d" providerId="LiveId" clId="{ECAB6085-E701-4CF4-8041-65278B105CE8}" dt="2026-02-25T02:29:09.637" v="2607" actId="1076"/>
        <pc:sldMkLst>
          <pc:docMk/>
          <pc:sldMk cId="263027155" sldId="257"/>
        </pc:sldMkLst>
        <pc:spChg chg="mod">
          <ac:chgData name="주창 송" userId="e30c623420963f5d" providerId="LiveId" clId="{ECAB6085-E701-4CF4-8041-65278B105CE8}" dt="2026-02-25T00:09:12.921" v="56" actId="20577"/>
          <ac:spMkLst>
            <pc:docMk/>
            <pc:sldMk cId="263027155" sldId="257"/>
            <ac:spMk id="2" creationId="{CACE2833-A343-7FBB-9467-B212A3FC94A9}"/>
          </ac:spMkLst>
        </pc:spChg>
        <pc:spChg chg="del">
          <ac:chgData name="주창 송" userId="e30c623420963f5d" providerId="LiveId" clId="{ECAB6085-E701-4CF4-8041-65278B105CE8}" dt="2026-02-25T00:14:09.779" v="74" actId="22"/>
          <ac:spMkLst>
            <pc:docMk/>
            <pc:sldMk cId="263027155" sldId="257"/>
            <ac:spMk id="3" creationId="{CD6541CB-8045-0047-B9B6-A2DD8ABDC0E4}"/>
          </ac:spMkLst>
        </pc:spChg>
        <pc:spChg chg="add del mod">
          <ac:chgData name="주창 송" userId="e30c623420963f5d" providerId="LiveId" clId="{ECAB6085-E701-4CF4-8041-65278B105CE8}" dt="2026-02-25T01:09:34.096" v="119" actId="478"/>
          <ac:spMkLst>
            <pc:docMk/>
            <pc:sldMk cId="263027155" sldId="257"/>
            <ac:spMk id="9" creationId="{6521C1B4-BC3A-002B-3204-EDF9F1A7E16C}"/>
          </ac:spMkLst>
        </pc:spChg>
        <pc:spChg chg="add mod">
          <ac:chgData name="주창 송" userId="e30c623420963f5d" providerId="LiveId" clId="{ECAB6085-E701-4CF4-8041-65278B105CE8}" dt="2026-02-25T02:29:02.969" v="2605" actId="1076"/>
          <ac:spMkLst>
            <pc:docMk/>
            <pc:sldMk cId="263027155" sldId="257"/>
            <ac:spMk id="12" creationId="{59FAA25A-54A7-9F13-5EF7-6D79BEE64EB6}"/>
          </ac:spMkLst>
        </pc:spChg>
        <pc:picChg chg="add del mod ord">
          <ac:chgData name="주창 송" userId="e30c623420963f5d" providerId="LiveId" clId="{ECAB6085-E701-4CF4-8041-65278B105CE8}" dt="2026-02-25T01:09:25.252" v="113" actId="478"/>
          <ac:picMkLst>
            <pc:docMk/>
            <pc:sldMk cId="263027155" sldId="257"/>
            <ac:picMk id="5" creationId="{5AD85FEF-25DD-9694-F3E0-41AABC63AAB7}"/>
          </ac:picMkLst>
        </pc:picChg>
        <pc:picChg chg="add del mod">
          <ac:chgData name="주창 송" userId="e30c623420963f5d" providerId="LiveId" clId="{ECAB6085-E701-4CF4-8041-65278B105CE8}" dt="2026-02-25T01:14:12.554" v="238" actId="478"/>
          <ac:picMkLst>
            <pc:docMk/>
            <pc:sldMk cId="263027155" sldId="257"/>
            <ac:picMk id="7" creationId="{B860D9BC-A241-7599-0E29-52328E267C0D}"/>
          </ac:picMkLst>
        </pc:picChg>
        <pc:picChg chg="add del mod">
          <ac:chgData name="주창 송" userId="e30c623420963f5d" providerId="LiveId" clId="{ECAB6085-E701-4CF4-8041-65278B105CE8}" dt="2026-02-25T01:34:35.418" v="708" actId="478"/>
          <ac:picMkLst>
            <pc:docMk/>
            <pc:sldMk cId="263027155" sldId="257"/>
            <ac:picMk id="11" creationId="{83D5B4EE-6C4D-0929-70B0-E1E5EE264AD8}"/>
          </ac:picMkLst>
        </pc:picChg>
        <pc:picChg chg="add del mod">
          <ac:chgData name="주창 송" userId="e30c623420963f5d" providerId="LiveId" clId="{ECAB6085-E701-4CF4-8041-65278B105CE8}" dt="2026-02-25T02:29:00.620" v="2604" actId="1076"/>
          <ac:picMkLst>
            <pc:docMk/>
            <pc:sldMk cId="263027155" sldId="257"/>
            <ac:picMk id="13" creationId="{D8C45E7F-E962-65FD-AB9A-C1C1EB3E75AE}"/>
          </ac:picMkLst>
        </pc:picChg>
        <pc:picChg chg="add del mod">
          <ac:chgData name="주창 송" userId="e30c623420963f5d" providerId="LiveId" clId="{ECAB6085-E701-4CF4-8041-65278B105CE8}" dt="2026-02-25T02:29:09.637" v="2607" actId="1076"/>
          <ac:picMkLst>
            <pc:docMk/>
            <pc:sldMk cId="263027155" sldId="257"/>
            <ac:picMk id="15" creationId="{52F741B7-0B83-DE63-E3D4-3E21122020A0}"/>
          </ac:picMkLst>
        </pc:picChg>
        <pc:picChg chg="add mod">
          <ac:chgData name="주창 송" userId="e30c623420963f5d" providerId="LiveId" clId="{ECAB6085-E701-4CF4-8041-65278B105CE8}" dt="2026-02-25T02:26:30.249" v="2338" actId="14100"/>
          <ac:picMkLst>
            <pc:docMk/>
            <pc:sldMk cId="263027155" sldId="257"/>
            <ac:picMk id="17" creationId="{92D77025-0560-6240-2DDE-6BEC7FC93BF4}"/>
          </ac:picMkLst>
        </pc:picChg>
      </pc:sldChg>
      <pc:sldChg chg="new del">
        <pc:chgData name="주창 송" userId="e30c623420963f5d" providerId="LiveId" clId="{ECAB6085-E701-4CF4-8041-65278B105CE8}" dt="2026-02-25T00:09:04.789" v="21" actId="47"/>
        <pc:sldMkLst>
          <pc:docMk/>
          <pc:sldMk cId="242602062" sldId="258"/>
        </pc:sldMkLst>
      </pc:sldChg>
      <pc:sldChg chg="addSp delSp modSp add mod">
        <pc:chgData name="주창 송" userId="e30c623420963f5d" providerId="LiveId" clId="{ECAB6085-E701-4CF4-8041-65278B105CE8}" dt="2026-02-25T02:40:10.707" v="3499" actId="20577"/>
        <pc:sldMkLst>
          <pc:docMk/>
          <pc:sldMk cId="723578625" sldId="258"/>
        </pc:sldMkLst>
        <pc:spChg chg="del">
          <ac:chgData name="주창 송" userId="e30c623420963f5d" providerId="LiveId" clId="{ECAB6085-E701-4CF4-8041-65278B105CE8}" dt="2026-02-25T00:14:18.442" v="77" actId="22"/>
          <ac:spMkLst>
            <pc:docMk/>
            <pc:sldMk cId="723578625" sldId="258"/>
            <ac:spMk id="3" creationId="{3F74BADA-BF9D-96B2-8D9D-3C92FDDFB878}"/>
          </ac:spMkLst>
        </pc:spChg>
        <pc:spChg chg="add del mod">
          <ac:chgData name="주창 송" userId="e30c623420963f5d" providerId="LiveId" clId="{ECAB6085-E701-4CF4-8041-65278B105CE8}" dt="2026-02-25T01:03:35.566" v="93" actId="478"/>
          <ac:spMkLst>
            <pc:docMk/>
            <pc:sldMk cId="723578625" sldId="258"/>
            <ac:spMk id="9" creationId="{496C29C8-5A38-8B98-02F4-EE578D471952}"/>
          </ac:spMkLst>
        </pc:spChg>
        <pc:spChg chg="add mod">
          <ac:chgData name="주창 송" userId="e30c623420963f5d" providerId="LiveId" clId="{ECAB6085-E701-4CF4-8041-65278B105CE8}" dt="2026-02-25T01:53:11.887" v="1338" actId="1076"/>
          <ac:spMkLst>
            <pc:docMk/>
            <pc:sldMk cId="723578625" sldId="258"/>
            <ac:spMk id="18" creationId="{72520BDE-3E67-BA81-E7C2-C291D351A809}"/>
          </ac:spMkLst>
        </pc:spChg>
        <pc:spChg chg="add mod">
          <ac:chgData name="주창 송" userId="e30c623420963f5d" providerId="LiveId" clId="{ECAB6085-E701-4CF4-8041-65278B105CE8}" dt="2026-02-25T01:53:31.246" v="1341" actId="208"/>
          <ac:spMkLst>
            <pc:docMk/>
            <pc:sldMk cId="723578625" sldId="258"/>
            <ac:spMk id="21" creationId="{54870726-7A55-FD8D-C69E-9054DDDCB99B}"/>
          </ac:spMkLst>
        </pc:spChg>
        <pc:spChg chg="add del">
          <ac:chgData name="주창 송" userId="e30c623420963f5d" providerId="LiveId" clId="{ECAB6085-E701-4CF4-8041-65278B105CE8}" dt="2026-02-25T01:54:10.472" v="1349" actId="11529"/>
          <ac:spMkLst>
            <pc:docMk/>
            <pc:sldMk cId="723578625" sldId="258"/>
            <ac:spMk id="27" creationId="{C3431C40-2F4B-3B56-6C1E-D4604CAD8279}"/>
          </ac:spMkLst>
        </pc:spChg>
        <pc:spChg chg="add mod">
          <ac:chgData name="주창 송" userId="e30c623420963f5d" providerId="LiveId" clId="{ECAB6085-E701-4CF4-8041-65278B105CE8}" dt="2026-02-25T01:54:27.284" v="1352" actId="1076"/>
          <ac:spMkLst>
            <pc:docMk/>
            <pc:sldMk cId="723578625" sldId="258"/>
            <ac:spMk id="28" creationId="{51240D46-C619-36F0-6B56-A279EF01FB10}"/>
          </ac:spMkLst>
        </pc:spChg>
        <pc:spChg chg="add mod">
          <ac:chgData name="주창 송" userId="e30c623420963f5d" providerId="LiveId" clId="{ECAB6085-E701-4CF4-8041-65278B105CE8}" dt="2026-02-25T02:40:10.707" v="3499" actId="20577"/>
          <ac:spMkLst>
            <pc:docMk/>
            <pc:sldMk cId="723578625" sldId="258"/>
            <ac:spMk id="30" creationId="{69B0BA73-E677-C8D2-1F13-6A742ED227E0}"/>
          </ac:spMkLst>
        </pc:spChg>
        <pc:picChg chg="add del mod ord">
          <ac:chgData name="주창 송" userId="e30c623420963f5d" providerId="LiveId" clId="{ECAB6085-E701-4CF4-8041-65278B105CE8}" dt="2026-02-25T01:03:27.793" v="92" actId="478"/>
          <ac:picMkLst>
            <pc:docMk/>
            <pc:sldMk cId="723578625" sldId="258"/>
            <ac:picMk id="5" creationId="{A5750095-3B96-6DD6-F179-FE8723D0D868}"/>
          </ac:picMkLst>
        </pc:picChg>
        <pc:picChg chg="add del mod">
          <ac:chgData name="주창 송" userId="e30c623420963f5d" providerId="LiveId" clId="{ECAB6085-E701-4CF4-8041-65278B105CE8}" dt="2026-02-25T01:03:36.063" v="94" actId="478"/>
          <ac:picMkLst>
            <pc:docMk/>
            <pc:sldMk cId="723578625" sldId="258"/>
            <ac:picMk id="7" creationId="{EEFC8A54-374F-8355-D10C-78BBA348ED1E}"/>
          </ac:picMkLst>
        </pc:picChg>
        <pc:picChg chg="add del mod">
          <ac:chgData name="주창 송" userId="e30c623420963f5d" providerId="LiveId" clId="{ECAB6085-E701-4CF4-8041-65278B105CE8}" dt="2026-02-25T01:20:29.137" v="265" actId="478"/>
          <ac:picMkLst>
            <pc:docMk/>
            <pc:sldMk cId="723578625" sldId="258"/>
            <ac:picMk id="11" creationId="{E92130AC-AA87-682C-B06B-C1D8885D9877}"/>
          </ac:picMkLst>
        </pc:picChg>
        <pc:picChg chg="add del mod">
          <ac:chgData name="주창 송" userId="e30c623420963f5d" providerId="LiveId" clId="{ECAB6085-E701-4CF4-8041-65278B105CE8}" dt="2026-02-25T01:20:29.423" v="266" actId="478"/>
          <ac:picMkLst>
            <pc:docMk/>
            <pc:sldMk cId="723578625" sldId="258"/>
            <ac:picMk id="13" creationId="{454D8918-E8CE-9CD0-B8CC-858B00927052}"/>
          </ac:picMkLst>
        </pc:picChg>
        <pc:picChg chg="add mod">
          <ac:chgData name="주창 송" userId="e30c623420963f5d" providerId="LiveId" clId="{ECAB6085-E701-4CF4-8041-65278B105CE8}" dt="2026-02-25T01:51:06.829" v="1319" actId="1076"/>
          <ac:picMkLst>
            <pc:docMk/>
            <pc:sldMk cId="723578625" sldId="258"/>
            <ac:picMk id="15" creationId="{A97A43EE-4BD6-773D-AD7C-CBB0DA9FB79A}"/>
          </ac:picMkLst>
        </pc:picChg>
        <pc:picChg chg="add mod">
          <ac:chgData name="주창 송" userId="e30c623420963f5d" providerId="LiveId" clId="{ECAB6085-E701-4CF4-8041-65278B105CE8}" dt="2026-02-25T01:53:10.614" v="1337" actId="1076"/>
          <ac:picMkLst>
            <pc:docMk/>
            <pc:sldMk cId="723578625" sldId="258"/>
            <ac:picMk id="17" creationId="{EF39B549-B3D4-6943-EF70-42EF072C0904}"/>
          </ac:picMkLst>
        </pc:picChg>
        <pc:picChg chg="add mod">
          <ac:chgData name="주창 송" userId="e30c623420963f5d" providerId="LiveId" clId="{ECAB6085-E701-4CF4-8041-65278B105CE8}" dt="2026-02-25T01:53:13.922" v="1339" actId="1076"/>
          <ac:picMkLst>
            <pc:docMk/>
            <pc:sldMk cId="723578625" sldId="258"/>
            <ac:picMk id="20" creationId="{57F629AA-47CD-E56E-1DBF-5B8931CA4748}"/>
          </ac:picMkLst>
        </pc:picChg>
        <pc:cxnChg chg="add del mod">
          <ac:chgData name="주창 송" userId="e30c623420963f5d" providerId="LiveId" clId="{ECAB6085-E701-4CF4-8041-65278B105CE8}" dt="2026-02-25T01:53:42.513" v="1345" actId="11529"/>
          <ac:cxnSpMkLst>
            <pc:docMk/>
            <pc:sldMk cId="723578625" sldId="258"/>
            <ac:cxnSpMk id="23" creationId="{97295982-A9B3-2041-82DB-206A1E8F142E}"/>
          </ac:cxnSpMkLst>
        </pc:cxnChg>
        <pc:cxnChg chg="add mod">
          <ac:chgData name="주창 송" userId="e30c623420963f5d" providerId="LiveId" clId="{ECAB6085-E701-4CF4-8041-65278B105CE8}" dt="2026-02-25T01:54:34.632" v="1353" actId="14100"/>
          <ac:cxnSpMkLst>
            <pc:docMk/>
            <pc:sldMk cId="723578625" sldId="258"/>
            <ac:cxnSpMk id="26" creationId="{A5257C61-BA44-8503-567E-1E3A7EFAD67E}"/>
          </ac:cxnSpMkLst>
        </pc:cxnChg>
      </pc:sldChg>
      <pc:sldChg chg="new del">
        <pc:chgData name="주창 송" userId="e30c623420963f5d" providerId="LiveId" clId="{ECAB6085-E701-4CF4-8041-65278B105CE8}" dt="2026-02-25T00:09:18.512" v="68" actId="680"/>
        <pc:sldMkLst>
          <pc:docMk/>
          <pc:sldMk cId="2976407600" sldId="258"/>
        </pc:sldMkLst>
      </pc:sldChg>
      <pc:sldChg chg="addSp delSp modSp add mod">
        <pc:chgData name="주창 송" userId="e30c623420963f5d" providerId="LiveId" clId="{ECAB6085-E701-4CF4-8041-65278B105CE8}" dt="2026-02-25T02:22:45.621" v="2331" actId="1076"/>
        <pc:sldMkLst>
          <pc:docMk/>
          <pc:sldMk cId="578692173" sldId="259"/>
        </pc:sldMkLst>
        <pc:spChg chg="del">
          <ac:chgData name="주창 송" userId="e30c623420963f5d" providerId="LiveId" clId="{ECAB6085-E701-4CF4-8041-65278B105CE8}" dt="2026-02-25T00:14:49.620" v="86" actId="22"/>
          <ac:spMkLst>
            <pc:docMk/>
            <pc:sldMk cId="578692173" sldId="259"/>
            <ac:spMk id="3" creationId="{4667D8BB-FF9D-6954-D16B-7A44CBB3B116}"/>
          </ac:spMkLst>
        </pc:spChg>
        <pc:spChg chg="add mod">
          <ac:chgData name="주창 송" userId="e30c623420963f5d" providerId="LiveId" clId="{ECAB6085-E701-4CF4-8041-65278B105CE8}" dt="2026-02-25T02:22:45.621" v="2331" actId="1076"/>
          <ac:spMkLst>
            <pc:docMk/>
            <pc:sldMk cId="578692173" sldId="259"/>
            <ac:spMk id="10" creationId="{EB20C0AA-D4D4-7F07-FFBF-626B2B9A527C}"/>
          </ac:spMkLst>
        </pc:spChg>
        <pc:picChg chg="add mod ord">
          <ac:chgData name="주창 송" userId="e30c623420963f5d" providerId="LiveId" clId="{ECAB6085-E701-4CF4-8041-65278B105CE8}" dt="2026-02-25T02:22:39.714" v="2329" actId="1076"/>
          <ac:picMkLst>
            <pc:docMk/>
            <pc:sldMk cId="578692173" sldId="259"/>
            <ac:picMk id="5" creationId="{D5800692-3009-C33F-B491-0C86E6400626}"/>
          </ac:picMkLst>
        </pc:picChg>
        <pc:picChg chg="add del mod">
          <ac:chgData name="주창 송" userId="e30c623420963f5d" providerId="LiveId" clId="{ECAB6085-E701-4CF4-8041-65278B105CE8}" dt="2026-02-25T02:13:01.259" v="1862" actId="478"/>
          <ac:picMkLst>
            <pc:docMk/>
            <pc:sldMk cId="578692173" sldId="259"/>
            <ac:picMk id="7" creationId="{C16337C4-673A-D503-5EA0-27AEEA358B68}"/>
          </ac:picMkLst>
        </pc:picChg>
        <pc:picChg chg="add mod">
          <ac:chgData name="주창 송" userId="e30c623420963f5d" providerId="LiveId" clId="{ECAB6085-E701-4CF4-8041-65278B105CE8}" dt="2026-02-25T02:22:37.885" v="2328" actId="1076"/>
          <ac:picMkLst>
            <pc:docMk/>
            <pc:sldMk cId="578692173" sldId="259"/>
            <ac:picMk id="9" creationId="{2EA8B7FF-89F2-ED09-2DFB-9E973AEB0788}"/>
          </ac:picMkLst>
        </pc:picChg>
      </pc:sldChg>
      <pc:sldChg chg="new del">
        <pc:chgData name="주창 송" userId="e30c623420963f5d" providerId="LiveId" clId="{ECAB6085-E701-4CF4-8041-65278B105CE8}" dt="2026-02-25T00:09:04.948" v="22" actId="47"/>
        <pc:sldMkLst>
          <pc:docMk/>
          <pc:sldMk cId="1876902151" sldId="259"/>
        </pc:sldMkLst>
      </pc:sldChg>
      <pc:sldChg chg="new del">
        <pc:chgData name="주창 송" userId="e30c623420963f5d" providerId="LiveId" clId="{ECAB6085-E701-4CF4-8041-65278B105CE8}" dt="2026-02-25T00:09:17.999" v="67" actId="680"/>
        <pc:sldMkLst>
          <pc:docMk/>
          <pc:sldMk cId="3931301007" sldId="259"/>
        </pc:sldMkLst>
      </pc:sldChg>
      <pc:sldChg chg="addSp delSp modSp add del mod">
        <pc:chgData name="주창 송" userId="e30c623420963f5d" providerId="LiveId" clId="{ECAB6085-E701-4CF4-8041-65278B105CE8}" dt="2026-02-25T02:09:55.521" v="1847" actId="47"/>
        <pc:sldMkLst>
          <pc:docMk/>
          <pc:sldMk cId="3697689103" sldId="260"/>
        </pc:sldMkLst>
        <pc:spChg chg="del">
          <ac:chgData name="주창 송" userId="e30c623420963f5d" providerId="LiveId" clId="{ECAB6085-E701-4CF4-8041-65278B105CE8}" dt="2026-02-25T00:15:01.706" v="89" actId="22"/>
          <ac:spMkLst>
            <pc:docMk/>
            <pc:sldMk cId="3697689103" sldId="260"/>
            <ac:spMk id="3" creationId="{AC4D0A6B-4C90-5B6C-BC4B-7A9CCB59FFB4}"/>
          </ac:spMkLst>
        </pc:spChg>
        <pc:picChg chg="add mod ord">
          <ac:chgData name="주창 송" userId="e30c623420963f5d" providerId="LiveId" clId="{ECAB6085-E701-4CF4-8041-65278B105CE8}" dt="2026-02-25T00:15:02.211" v="91" actId="962"/>
          <ac:picMkLst>
            <pc:docMk/>
            <pc:sldMk cId="3697689103" sldId="260"/>
            <ac:picMk id="5" creationId="{49C656DA-18F3-FA23-BFC1-FCD9D3707ECF}"/>
          </ac:picMkLst>
        </pc:picChg>
      </pc:sldChg>
      <pc:sldChg chg="new del">
        <pc:chgData name="주창 송" userId="e30c623420963f5d" providerId="LiveId" clId="{ECAB6085-E701-4CF4-8041-65278B105CE8}" dt="2026-02-25T00:09:05.091" v="23" actId="47"/>
        <pc:sldMkLst>
          <pc:docMk/>
          <pc:sldMk cId="3977474714" sldId="260"/>
        </pc:sldMkLst>
      </pc:sldChg>
      <pc:sldChg chg="new del">
        <pc:chgData name="주창 송" userId="e30c623420963f5d" providerId="LiveId" clId="{ECAB6085-E701-4CF4-8041-65278B105CE8}" dt="2026-02-25T00:09:17.848" v="66" actId="680"/>
        <pc:sldMkLst>
          <pc:docMk/>
          <pc:sldMk cId="4034936376" sldId="260"/>
        </pc:sldMkLst>
      </pc:sldChg>
      <pc:sldChg chg="new del">
        <pc:chgData name="주창 송" userId="e30c623420963f5d" providerId="LiveId" clId="{ECAB6085-E701-4CF4-8041-65278B105CE8}" dt="2026-02-25T00:09:05.746" v="24" actId="47"/>
        <pc:sldMkLst>
          <pc:docMk/>
          <pc:sldMk cId="119126138" sldId="261"/>
        </pc:sldMkLst>
      </pc:sldChg>
      <pc:sldChg chg="new del">
        <pc:chgData name="주창 송" userId="e30c623420963f5d" providerId="LiveId" clId="{ECAB6085-E701-4CF4-8041-65278B105CE8}" dt="2026-02-25T00:09:17.710" v="65" actId="680"/>
        <pc:sldMkLst>
          <pc:docMk/>
          <pc:sldMk cId="2564710600" sldId="261"/>
        </pc:sldMkLst>
      </pc:sldChg>
      <pc:sldChg chg="add del">
        <pc:chgData name="주창 송" userId="e30c623420963f5d" providerId="LiveId" clId="{ECAB6085-E701-4CF4-8041-65278B105CE8}" dt="2026-02-25T02:13:06.585" v="1868" actId="47"/>
        <pc:sldMkLst>
          <pc:docMk/>
          <pc:sldMk cId="3655499477" sldId="261"/>
        </pc:sldMkLst>
      </pc:sldChg>
      <pc:sldChg chg="new del">
        <pc:chgData name="주창 송" userId="e30c623420963f5d" providerId="LiveId" clId="{ECAB6085-E701-4CF4-8041-65278B105CE8}" dt="2026-02-25T00:09:05.889" v="25" actId="47"/>
        <pc:sldMkLst>
          <pc:docMk/>
          <pc:sldMk cId="702117252" sldId="262"/>
        </pc:sldMkLst>
      </pc:sldChg>
      <pc:sldChg chg="new del">
        <pc:chgData name="주창 송" userId="e30c623420963f5d" providerId="LiveId" clId="{ECAB6085-E701-4CF4-8041-65278B105CE8}" dt="2026-02-25T00:09:17.551" v="64" actId="680"/>
        <pc:sldMkLst>
          <pc:docMk/>
          <pc:sldMk cId="2390517370" sldId="262"/>
        </pc:sldMkLst>
      </pc:sldChg>
      <pc:sldChg chg="add del">
        <pc:chgData name="주창 송" userId="e30c623420963f5d" providerId="LiveId" clId="{ECAB6085-E701-4CF4-8041-65278B105CE8}" dt="2026-02-25T02:13:06.720" v="1869" actId="47"/>
        <pc:sldMkLst>
          <pc:docMk/>
          <pc:sldMk cId="2815256785" sldId="262"/>
        </pc:sldMkLst>
      </pc:sldChg>
      <pc:sldChg chg="new del">
        <pc:chgData name="주창 송" userId="e30c623420963f5d" providerId="LiveId" clId="{ECAB6085-E701-4CF4-8041-65278B105CE8}" dt="2026-02-25T00:05:07.055" v="19" actId="47"/>
        <pc:sldMkLst>
          <pc:docMk/>
          <pc:sldMk cId="342664895" sldId="263"/>
        </pc:sldMkLst>
      </pc:sldChg>
      <pc:sldChg chg="new del">
        <pc:chgData name="주창 송" userId="e30c623420963f5d" providerId="LiveId" clId="{ECAB6085-E701-4CF4-8041-65278B105CE8}" dt="2026-02-25T00:09:17.256" v="63" actId="680"/>
        <pc:sldMkLst>
          <pc:docMk/>
          <pc:sldMk cId="996255431" sldId="263"/>
        </pc:sldMkLst>
      </pc:sldChg>
      <pc:sldChg chg="addSp delSp modSp new mod">
        <pc:chgData name="주창 송" userId="e30c623420963f5d" providerId="LiveId" clId="{ECAB6085-E701-4CF4-8041-65278B105CE8}" dt="2026-02-25T02:37:23.153" v="3148" actId="1076"/>
        <pc:sldMkLst>
          <pc:docMk/>
          <pc:sldMk cId="1058454779" sldId="263"/>
        </pc:sldMkLst>
        <pc:spChg chg="mod">
          <ac:chgData name="주창 송" userId="e30c623420963f5d" providerId="LiveId" clId="{ECAB6085-E701-4CF4-8041-65278B105CE8}" dt="2026-02-25T01:11:27.416" v="204"/>
          <ac:spMkLst>
            <pc:docMk/>
            <pc:sldMk cId="1058454779" sldId="263"/>
            <ac:spMk id="2" creationId="{A1F374D9-90EF-E4C5-42BB-E1CB660E7225}"/>
          </ac:spMkLst>
        </pc:spChg>
        <pc:spChg chg="del">
          <ac:chgData name="주창 송" userId="e30c623420963f5d" providerId="LiveId" clId="{ECAB6085-E701-4CF4-8041-65278B105CE8}" dt="2026-02-25T01:11:25.184" v="202" actId="22"/>
          <ac:spMkLst>
            <pc:docMk/>
            <pc:sldMk cId="1058454779" sldId="263"/>
            <ac:spMk id="3" creationId="{264C2A2D-E837-10F4-BA25-3E88C8EE6FE6}"/>
          </ac:spMkLst>
        </pc:spChg>
        <pc:spChg chg="add del mod">
          <ac:chgData name="주창 송" userId="e30c623420963f5d" providerId="LiveId" clId="{ECAB6085-E701-4CF4-8041-65278B105CE8}" dt="2026-02-25T01:12:02.376" v="219" actId="478"/>
          <ac:spMkLst>
            <pc:docMk/>
            <pc:sldMk cId="1058454779" sldId="263"/>
            <ac:spMk id="8" creationId="{CC5B46E4-A22E-6F8D-EABA-7BC2109A4BC4}"/>
          </ac:spMkLst>
        </pc:spChg>
        <pc:spChg chg="add del mod">
          <ac:chgData name="주창 송" userId="e30c623420963f5d" providerId="LiveId" clId="{ECAB6085-E701-4CF4-8041-65278B105CE8}" dt="2026-02-25T01:29:59.062" v="487"/>
          <ac:spMkLst>
            <pc:docMk/>
            <pc:sldMk cId="1058454779" sldId="263"/>
            <ac:spMk id="14" creationId="{93D08A84-FA29-BA77-6BB7-505E6C29ACD5}"/>
          </ac:spMkLst>
        </pc:spChg>
        <pc:spChg chg="add mod ord">
          <ac:chgData name="주창 송" userId="e30c623420963f5d" providerId="LiveId" clId="{ECAB6085-E701-4CF4-8041-65278B105CE8}" dt="2026-02-25T02:37:14.400" v="3146" actId="20577"/>
          <ac:spMkLst>
            <pc:docMk/>
            <pc:sldMk cId="1058454779" sldId="263"/>
            <ac:spMk id="18" creationId="{CDD31947-6B33-19C1-E3D1-2447CCDDF455}"/>
          </ac:spMkLst>
        </pc:spChg>
        <pc:spChg chg="add mod ord">
          <ac:chgData name="주창 송" userId="e30c623420963f5d" providerId="LiveId" clId="{ECAB6085-E701-4CF4-8041-65278B105CE8}" dt="2026-02-25T02:37:23.153" v="3148" actId="1076"/>
          <ac:spMkLst>
            <pc:docMk/>
            <pc:sldMk cId="1058454779" sldId="263"/>
            <ac:spMk id="20" creationId="{14610BEB-2037-AF4A-C721-8161BFB970B4}"/>
          </ac:spMkLst>
        </pc:spChg>
        <pc:picChg chg="add del mod ord">
          <ac:chgData name="주창 송" userId="e30c623420963f5d" providerId="LiveId" clId="{ECAB6085-E701-4CF4-8041-65278B105CE8}" dt="2026-02-25T01:11:57.120" v="213" actId="478"/>
          <ac:picMkLst>
            <pc:docMk/>
            <pc:sldMk cId="1058454779" sldId="263"/>
            <ac:picMk id="5" creationId="{547D7AB3-A018-94F9-8C63-9ECF18037712}"/>
          </ac:picMkLst>
        </pc:picChg>
        <pc:picChg chg="add del mod">
          <ac:chgData name="주창 송" userId="e30c623420963f5d" providerId="LiveId" clId="{ECAB6085-E701-4CF4-8041-65278B105CE8}" dt="2026-02-25T01:19:19.553" v="250" actId="478"/>
          <ac:picMkLst>
            <pc:docMk/>
            <pc:sldMk cId="1058454779" sldId="263"/>
            <ac:picMk id="6" creationId="{D6520BD3-2F44-63AF-9347-DC17F3C767CD}"/>
          </ac:picMkLst>
        </pc:picChg>
        <pc:picChg chg="add del mod">
          <ac:chgData name="주창 송" userId="e30c623420963f5d" providerId="LiveId" clId="{ECAB6085-E701-4CF4-8041-65278B105CE8}" dt="2026-02-25T01:14:49.435" v="240" actId="478"/>
          <ac:picMkLst>
            <pc:docMk/>
            <pc:sldMk cId="1058454779" sldId="263"/>
            <ac:picMk id="10" creationId="{BAB00AF1-7CFF-5907-8394-BB992F1254B8}"/>
          </ac:picMkLst>
        </pc:picChg>
        <pc:picChg chg="add del mod">
          <ac:chgData name="주창 송" userId="e30c623420963f5d" providerId="LiveId" clId="{ECAB6085-E701-4CF4-8041-65278B105CE8}" dt="2026-02-25T01:34:45.777" v="717" actId="478"/>
          <ac:picMkLst>
            <pc:docMk/>
            <pc:sldMk cId="1058454779" sldId="263"/>
            <ac:picMk id="11" creationId="{42C3B7F3-2432-D036-25DC-3B2C370C82DE}"/>
          </ac:picMkLst>
        </pc:picChg>
        <pc:picChg chg="add mod ord">
          <ac:chgData name="주창 송" userId="e30c623420963f5d" providerId="LiveId" clId="{ECAB6085-E701-4CF4-8041-65278B105CE8}" dt="2026-02-25T01:35:03.966" v="732" actId="166"/>
          <ac:picMkLst>
            <pc:docMk/>
            <pc:sldMk cId="1058454779" sldId="263"/>
            <ac:picMk id="13" creationId="{4CB127C9-0C71-4B51-AAC4-CA668DDC285D}"/>
          </ac:picMkLst>
        </pc:picChg>
        <pc:picChg chg="add mod">
          <ac:chgData name="주창 송" userId="e30c623420963f5d" providerId="LiveId" clId="{ECAB6085-E701-4CF4-8041-65278B105CE8}" dt="2026-02-25T01:35:14.921" v="735" actId="14100"/>
          <ac:picMkLst>
            <pc:docMk/>
            <pc:sldMk cId="1058454779" sldId="263"/>
            <ac:picMk id="22" creationId="{319D26E5-90EE-F345-38AE-56D16F262437}"/>
          </ac:picMkLst>
        </pc:picChg>
        <pc:cxnChg chg="add mod ord">
          <ac:chgData name="주창 송" userId="e30c623420963f5d" providerId="LiveId" clId="{ECAB6085-E701-4CF4-8041-65278B105CE8}" dt="2026-02-25T02:36:41.057" v="3032" actId="1076"/>
          <ac:cxnSpMkLst>
            <pc:docMk/>
            <pc:sldMk cId="1058454779" sldId="263"/>
            <ac:cxnSpMk id="16" creationId="{0A47959B-0B6B-7E7E-601C-A70053AAACD7}"/>
          </ac:cxnSpMkLst>
        </pc:cxnChg>
      </pc:sldChg>
      <pc:sldChg chg="addSp delSp modSp new mod">
        <pc:chgData name="주창 송" userId="e30c623420963f5d" providerId="LiveId" clId="{ECAB6085-E701-4CF4-8041-65278B105CE8}" dt="2026-02-25T01:42:27.920" v="1018" actId="1076"/>
        <pc:sldMkLst>
          <pc:docMk/>
          <pc:sldMk cId="791213504" sldId="264"/>
        </pc:sldMkLst>
        <pc:spChg chg="mod">
          <ac:chgData name="주창 송" userId="e30c623420963f5d" providerId="LiveId" clId="{ECAB6085-E701-4CF4-8041-65278B105CE8}" dt="2026-02-25T01:20:14.066" v="264"/>
          <ac:spMkLst>
            <pc:docMk/>
            <pc:sldMk cId="791213504" sldId="264"/>
            <ac:spMk id="2" creationId="{487502C7-C4E4-61D1-003F-4F0D1C71EF9F}"/>
          </ac:spMkLst>
        </pc:spChg>
        <pc:spChg chg="del">
          <ac:chgData name="주창 송" userId="e30c623420963f5d" providerId="LiveId" clId="{ECAB6085-E701-4CF4-8041-65278B105CE8}" dt="2026-02-25T01:20:09.998" v="260" actId="22"/>
          <ac:spMkLst>
            <pc:docMk/>
            <pc:sldMk cId="791213504" sldId="264"/>
            <ac:spMk id="3" creationId="{AE0B2E10-EADF-1E57-D874-82D0E2543D42}"/>
          </ac:spMkLst>
        </pc:spChg>
        <pc:spChg chg="add mod">
          <ac:chgData name="주창 송" userId="e30c623420963f5d" providerId="LiveId" clId="{ECAB6085-E701-4CF4-8041-65278B105CE8}" dt="2026-02-25T01:42:13.575" v="1013" actId="14100"/>
          <ac:spMkLst>
            <pc:docMk/>
            <pc:sldMk cId="791213504" sldId="264"/>
            <ac:spMk id="15" creationId="{950D8271-185B-5220-01E0-FFCD1E97CD3F}"/>
          </ac:spMkLst>
        </pc:spChg>
        <pc:spChg chg="add mod">
          <ac:chgData name="주창 송" userId="e30c623420963f5d" providerId="LiveId" clId="{ECAB6085-E701-4CF4-8041-65278B105CE8}" dt="2026-02-25T01:42:27.920" v="1018" actId="1076"/>
          <ac:spMkLst>
            <pc:docMk/>
            <pc:sldMk cId="791213504" sldId="264"/>
            <ac:spMk id="19" creationId="{29DCB03F-52AC-9443-351D-F9EB01444058}"/>
          </ac:spMkLst>
        </pc:spChg>
        <pc:spChg chg="add del mod">
          <ac:chgData name="주창 송" userId="e30c623420963f5d" providerId="LiveId" clId="{ECAB6085-E701-4CF4-8041-65278B105CE8}" dt="2026-02-25T01:41:00.703" v="993" actId="478"/>
          <ac:spMkLst>
            <pc:docMk/>
            <pc:sldMk cId="791213504" sldId="264"/>
            <ac:spMk id="24" creationId="{44D902EF-0E12-D3D6-0902-C9ABD96B794B}"/>
          </ac:spMkLst>
        </pc:spChg>
        <pc:picChg chg="add del mod ord">
          <ac:chgData name="주창 송" userId="e30c623420963f5d" providerId="LiveId" clId="{ECAB6085-E701-4CF4-8041-65278B105CE8}" dt="2026-02-25T01:40:54.846" v="992" actId="478"/>
          <ac:picMkLst>
            <pc:docMk/>
            <pc:sldMk cId="791213504" sldId="264"/>
            <ac:picMk id="5" creationId="{D17E6B72-ED4F-211E-81F0-500F608E0AE8}"/>
          </ac:picMkLst>
        </pc:picChg>
        <pc:picChg chg="add del mod">
          <ac:chgData name="주창 송" userId="e30c623420963f5d" providerId="LiveId" clId="{ECAB6085-E701-4CF4-8041-65278B105CE8}" dt="2026-02-25T01:24:17.529" v="316" actId="478"/>
          <ac:picMkLst>
            <pc:docMk/>
            <pc:sldMk cId="791213504" sldId="264"/>
            <ac:picMk id="7" creationId="{D3B59C67-70E1-2BCD-8C15-FFB4741A8C21}"/>
          </ac:picMkLst>
        </pc:picChg>
        <pc:picChg chg="add del mod">
          <ac:chgData name="주창 송" userId="e30c623420963f5d" providerId="LiveId" clId="{ECAB6085-E701-4CF4-8041-65278B105CE8}" dt="2026-02-25T01:24:15.740" v="315" actId="478"/>
          <ac:picMkLst>
            <pc:docMk/>
            <pc:sldMk cId="791213504" sldId="264"/>
            <ac:picMk id="9" creationId="{87307F98-804D-6FEC-092A-5E3843169EB7}"/>
          </ac:picMkLst>
        </pc:picChg>
        <pc:picChg chg="add del mod">
          <ac:chgData name="주창 송" userId="e30c623420963f5d" providerId="LiveId" clId="{ECAB6085-E701-4CF4-8041-65278B105CE8}" dt="2026-02-25T01:24:25.025" v="321" actId="478"/>
          <ac:picMkLst>
            <pc:docMk/>
            <pc:sldMk cId="791213504" sldId="264"/>
            <ac:picMk id="10" creationId="{6967B948-D7C7-C477-C382-966D00B0BA8A}"/>
          </ac:picMkLst>
        </pc:picChg>
        <pc:picChg chg="add del mod">
          <ac:chgData name="주창 송" userId="e30c623420963f5d" providerId="LiveId" clId="{ECAB6085-E701-4CF4-8041-65278B105CE8}" dt="2026-02-25T01:35:54.570" v="745" actId="478"/>
          <ac:picMkLst>
            <pc:docMk/>
            <pc:sldMk cId="791213504" sldId="264"/>
            <ac:picMk id="11" creationId="{13A1CB5A-10D7-A145-191C-74E9CD16D534}"/>
          </ac:picMkLst>
        </pc:picChg>
        <pc:picChg chg="add del mod">
          <ac:chgData name="주창 송" userId="e30c623420963f5d" providerId="LiveId" clId="{ECAB6085-E701-4CF4-8041-65278B105CE8}" dt="2026-02-25T01:36:11.918" v="747" actId="478"/>
          <ac:picMkLst>
            <pc:docMk/>
            <pc:sldMk cId="791213504" sldId="264"/>
            <ac:picMk id="12" creationId="{3C0EC744-6816-F302-27B8-CBAF390E61B6}"/>
          </ac:picMkLst>
        </pc:picChg>
        <pc:picChg chg="add mod">
          <ac:chgData name="주창 송" userId="e30c623420963f5d" providerId="LiveId" clId="{ECAB6085-E701-4CF4-8041-65278B105CE8}" dt="2026-02-25T01:37:18.134" v="762" actId="1076"/>
          <ac:picMkLst>
            <pc:docMk/>
            <pc:sldMk cId="791213504" sldId="264"/>
            <ac:picMk id="14" creationId="{686B6EA4-7F98-2F58-8033-6B0DA11F7B61}"/>
          </ac:picMkLst>
        </pc:picChg>
        <pc:picChg chg="add del mod">
          <ac:chgData name="주창 송" userId="e30c623420963f5d" providerId="LiveId" clId="{ECAB6085-E701-4CF4-8041-65278B105CE8}" dt="2026-02-25T01:41:19.360" v="998" actId="21"/>
          <ac:picMkLst>
            <pc:docMk/>
            <pc:sldMk cId="791213504" sldId="264"/>
            <ac:picMk id="20" creationId="{62EE86CF-9073-D9FC-8160-765B53B3D4BA}"/>
          </ac:picMkLst>
        </pc:picChg>
        <pc:picChg chg="add mod">
          <ac:chgData name="주창 송" userId="e30c623420963f5d" providerId="LiveId" clId="{ECAB6085-E701-4CF4-8041-65278B105CE8}" dt="2026-02-25T01:42:18.119" v="1015" actId="1076"/>
          <ac:picMkLst>
            <pc:docMk/>
            <pc:sldMk cId="791213504" sldId="264"/>
            <ac:picMk id="22" creationId="{EF6F9D9C-1D4A-0B6B-C258-2CD44D304ACA}"/>
          </ac:picMkLst>
        </pc:picChg>
        <pc:cxnChg chg="add mod">
          <ac:chgData name="주창 송" userId="e30c623420963f5d" providerId="LiveId" clId="{ECAB6085-E701-4CF4-8041-65278B105CE8}" dt="2026-02-25T01:42:22.998" v="1017" actId="14100"/>
          <ac:cxnSpMkLst>
            <pc:docMk/>
            <pc:sldMk cId="791213504" sldId="264"/>
            <ac:cxnSpMk id="17" creationId="{B1B64EDD-BC5B-E630-EAAA-4176D5BC954A}"/>
          </ac:cxnSpMkLst>
        </pc:cxnChg>
      </pc:sldChg>
      <pc:sldChg chg="new del">
        <pc:chgData name="주창 송" userId="e30c623420963f5d" providerId="LiveId" clId="{ECAB6085-E701-4CF4-8041-65278B105CE8}" dt="2026-02-25T00:05:06.951" v="18" actId="47"/>
        <pc:sldMkLst>
          <pc:docMk/>
          <pc:sldMk cId="2204253857" sldId="264"/>
        </pc:sldMkLst>
      </pc:sldChg>
      <pc:sldChg chg="new del">
        <pc:chgData name="주창 송" userId="e30c623420963f5d" providerId="LiveId" clId="{ECAB6085-E701-4CF4-8041-65278B105CE8}" dt="2026-02-25T00:05:06.831" v="17" actId="47"/>
        <pc:sldMkLst>
          <pc:docMk/>
          <pc:sldMk cId="178204282" sldId="265"/>
        </pc:sldMkLst>
      </pc:sldChg>
      <pc:sldChg chg="addSp delSp modSp new mod">
        <pc:chgData name="주창 송" userId="e30c623420963f5d" providerId="LiveId" clId="{ECAB6085-E701-4CF4-8041-65278B105CE8}" dt="2026-02-25T02:41:18.235" v="3789" actId="14100"/>
        <pc:sldMkLst>
          <pc:docMk/>
          <pc:sldMk cId="1946477201" sldId="265"/>
        </pc:sldMkLst>
        <pc:spChg chg="mod">
          <ac:chgData name="주창 송" userId="e30c623420963f5d" providerId="LiveId" clId="{ECAB6085-E701-4CF4-8041-65278B105CE8}" dt="2026-02-25T01:22:04.310" v="286"/>
          <ac:spMkLst>
            <pc:docMk/>
            <pc:sldMk cId="1946477201" sldId="265"/>
            <ac:spMk id="2" creationId="{4DF7B186-92D0-8F6A-7BB4-A69DC41C0D13}"/>
          </ac:spMkLst>
        </pc:spChg>
        <pc:spChg chg="del">
          <ac:chgData name="주창 송" userId="e30c623420963f5d" providerId="LiveId" clId="{ECAB6085-E701-4CF4-8041-65278B105CE8}" dt="2026-02-25T01:21:23.352" v="278" actId="22"/>
          <ac:spMkLst>
            <pc:docMk/>
            <pc:sldMk cId="1946477201" sldId="265"/>
            <ac:spMk id="3" creationId="{07F58F16-5204-1ADA-42C6-1820395EEAEA}"/>
          </ac:spMkLst>
        </pc:spChg>
        <pc:spChg chg="add del mod">
          <ac:chgData name="주창 송" userId="e30c623420963f5d" providerId="LiveId" clId="{ECAB6085-E701-4CF4-8041-65278B105CE8}" dt="2026-02-25T01:56:55.734" v="1365"/>
          <ac:spMkLst>
            <pc:docMk/>
            <pc:sldMk cId="1946477201" sldId="265"/>
            <ac:spMk id="8" creationId="{B2DA4A57-C968-AFC9-3A45-D363AA33946C}"/>
          </ac:spMkLst>
        </pc:spChg>
        <pc:spChg chg="add mod">
          <ac:chgData name="주창 송" userId="e30c623420963f5d" providerId="LiveId" clId="{ECAB6085-E701-4CF4-8041-65278B105CE8}" dt="2026-02-25T02:07:33.235" v="1819" actId="1076"/>
          <ac:spMkLst>
            <pc:docMk/>
            <pc:sldMk cId="1946477201" sldId="265"/>
            <ac:spMk id="9" creationId="{A4AFEF30-E100-2B8D-FEB6-3421EF04D845}"/>
          </ac:spMkLst>
        </pc:spChg>
        <pc:spChg chg="add mod">
          <ac:chgData name="주창 송" userId="e30c623420963f5d" providerId="LiveId" clId="{ECAB6085-E701-4CF4-8041-65278B105CE8}" dt="2026-02-25T02:41:18.235" v="3789" actId="14100"/>
          <ac:spMkLst>
            <pc:docMk/>
            <pc:sldMk cId="1946477201" sldId="265"/>
            <ac:spMk id="10" creationId="{43B7501F-2C75-8F48-FD22-2B88E7CFF45C}"/>
          </ac:spMkLst>
        </pc:spChg>
        <pc:picChg chg="add mod ord">
          <ac:chgData name="주창 송" userId="e30c623420963f5d" providerId="LiveId" clId="{ECAB6085-E701-4CF4-8041-65278B105CE8}" dt="2026-02-25T02:40:26.153" v="3501" actId="1076"/>
          <ac:picMkLst>
            <pc:docMk/>
            <pc:sldMk cId="1946477201" sldId="265"/>
            <ac:picMk id="5" creationId="{A000EB33-1A22-91B2-76AF-F0B5CB93D291}"/>
          </ac:picMkLst>
        </pc:picChg>
        <pc:picChg chg="add mod">
          <ac:chgData name="주창 송" userId="e30c623420963f5d" providerId="LiveId" clId="{ECAB6085-E701-4CF4-8041-65278B105CE8}" dt="2026-02-25T02:07:39.217" v="1820" actId="1076"/>
          <ac:picMkLst>
            <pc:docMk/>
            <pc:sldMk cId="1946477201" sldId="265"/>
            <ac:picMk id="7" creationId="{9D7BA712-6F60-9AA4-7798-45047C7A8599}"/>
          </ac:picMkLst>
        </pc:picChg>
      </pc:sldChg>
      <pc:sldChg chg="new del">
        <pc:chgData name="주창 송" userId="e30c623420963f5d" providerId="LiveId" clId="{ECAB6085-E701-4CF4-8041-65278B105CE8}" dt="2026-02-25T00:05:06.703" v="16" actId="47"/>
        <pc:sldMkLst>
          <pc:docMk/>
          <pc:sldMk cId="1699154376" sldId="266"/>
        </pc:sldMkLst>
      </pc:sldChg>
      <pc:sldChg chg="addSp delSp modSp new del mod">
        <pc:chgData name="주창 송" userId="e30c623420963f5d" providerId="LiveId" clId="{ECAB6085-E701-4CF4-8041-65278B105CE8}" dt="2026-02-25T02:09:41.216" v="1846" actId="47"/>
        <pc:sldMkLst>
          <pc:docMk/>
          <pc:sldMk cId="2454269519" sldId="266"/>
        </pc:sldMkLst>
        <pc:spChg chg="mod">
          <ac:chgData name="주창 송" userId="e30c623420963f5d" providerId="LiveId" clId="{ECAB6085-E701-4CF4-8041-65278B105CE8}" dt="2026-02-25T01:22:05.900" v="287"/>
          <ac:spMkLst>
            <pc:docMk/>
            <pc:sldMk cId="2454269519" sldId="266"/>
            <ac:spMk id="2" creationId="{8616A0DF-1346-DD63-4A98-9267EB18709E}"/>
          </ac:spMkLst>
        </pc:spChg>
        <pc:spChg chg="del">
          <ac:chgData name="주창 송" userId="e30c623420963f5d" providerId="LiveId" clId="{ECAB6085-E701-4CF4-8041-65278B105CE8}" dt="2026-02-25T01:21:34.981" v="281" actId="22"/>
          <ac:spMkLst>
            <pc:docMk/>
            <pc:sldMk cId="2454269519" sldId="266"/>
            <ac:spMk id="3" creationId="{C8B67C45-FA76-0607-94C3-0B28033E3AE0}"/>
          </ac:spMkLst>
        </pc:spChg>
        <pc:spChg chg="add mod">
          <ac:chgData name="주창 송" userId="e30c623420963f5d" providerId="LiveId" clId="{ECAB6085-E701-4CF4-8041-65278B105CE8}" dt="2026-02-25T02:08:23.031" v="1826" actId="478"/>
          <ac:spMkLst>
            <pc:docMk/>
            <pc:sldMk cId="2454269519" sldId="266"/>
            <ac:spMk id="7" creationId="{D0A1CAB3-EB9E-2A40-2020-2E4F29C007FD}"/>
          </ac:spMkLst>
        </pc:spChg>
        <pc:picChg chg="add del mod ord">
          <ac:chgData name="주창 송" userId="e30c623420963f5d" providerId="LiveId" clId="{ECAB6085-E701-4CF4-8041-65278B105CE8}" dt="2026-02-25T02:08:23.031" v="1826" actId="478"/>
          <ac:picMkLst>
            <pc:docMk/>
            <pc:sldMk cId="2454269519" sldId="266"/>
            <ac:picMk id="5" creationId="{3821E0BB-7661-D924-1F54-88AF8DDB071A}"/>
          </ac:picMkLst>
        </pc:picChg>
      </pc:sldChg>
      <pc:sldChg chg="new del">
        <pc:chgData name="주창 송" userId="e30c623420963f5d" providerId="LiveId" clId="{ECAB6085-E701-4CF4-8041-65278B105CE8}" dt="2026-02-25T00:05:06.578" v="15" actId="47"/>
        <pc:sldMkLst>
          <pc:docMk/>
          <pc:sldMk cId="378937749" sldId="267"/>
        </pc:sldMkLst>
      </pc:sldChg>
      <pc:sldChg chg="addSp delSp modSp new mod">
        <pc:chgData name="주창 송" userId="e30c623420963f5d" providerId="LiveId" clId="{ECAB6085-E701-4CF4-8041-65278B105CE8}" dt="2026-02-25T02:38:51.589" v="3295" actId="1076"/>
        <pc:sldMkLst>
          <pc:docMk/>
          <pc:sldMk cId="2613731948" sldId="267"/>
        </pc:sldMkLst>
        <pc:spChg chg="mod">
          <ac:chgData name="주창 송" userId="e30c623420963f5d" providerId="LiveId" clId="{ECAB6085-E701-4CF4-8041-65278B105CE8}" dt="2026-02-25T01:23:53.249" v="302"/>
          <ac:spMkLst>
            <pc:docMk/>
            <pc:sldMk cId="2613731948" sldId="267"/>
            <ac:spMk id="2" creationId="{BD619234-B3AE-976D-50EC-5BDF5A2C85C7}"/>
          </ac:spMkLst>
        </pc:spChg>
        <pc:spChg chg="del">
          <ac:chgData name="주창 송" userId="e30c623420963f5d" providerId="LiveId" clId="{ECAB6085-E701-4CF4-8041-65278B105CE8}" dt="2026-02-25T01:23:46.918" v="299"/>
          <ac:spMkLst>
            <pc:docMk/>
            <pc:sldMk cId="2613731948" sldId="267"/>
            <ac:spMk id="3" creationId="{50C74651-0846-D1D7-B7AB-B54F251AF8C4}"/>
          </ac:spMkLst>
        </pc:spChg>
        <pc:spChg chg="add del mod">
          <ac:chgData name="주창 송" userId="e30c623420963f5d" providerId="LiveId" clId="{ECAB6085-E701-4CF4-8041-65278B105CE8}" dt="2026-02-25T01:41:08.182" v="996" actId="478"/>
          <ac:spMkLst>
            <pc:docMk/>
            <pc:sldMk cId="2613731948" sldId="267"/>
            <ac:spMk id="9" creationId="{12075FB0-C398-71FD-86A5-13A28D4EEF4A}"/>
          </ac:spMkLst>
        </pc:spChg>
        <pc:spChg chg="add mod">
          <ac:chgData name="주창 송" userId="e30c623420963f5d" providerId="LiveId" clId="{ECAB6085-E701-4CF4-8041-65278B105CE8}" dt="2026-02-25T02:38:51.589" v="3295" actId="1076"/>
          <ac:spMkLst>
            <pc:docMk/>
            <pc:sldMk cId="2613731948" sldId="267"/>
            <ac:spMk id="12" creationId="{BAD365EB-B115-2419-26A0-A777E8EFE7F4}"/>
          </ac:spMkLst>
        </pc:spChg>
        <pc:picChg chg="add del mod">
          <ac:chgData name="주창 송" userId="e30c623420963f5d" providerId="LiveId" clId="{ECAB6085-E701-4CF4-8041-65278B105CE8}" dt="2026-02-25T01:40:37.422" v="985" actId="21"/>
          <ac:picMkLst>
            <pc:docMk/>
            <pc:sldMk cId="2613731948" sldId="267"/>
            <ac:picMk id="4" creationId="{62EE86CF-9073-D9FC-8160-765B53B3D4BA}"/>
          </ac:picMkLst>
        </pc:picChg>
        <pc:picChg chg="add mod">
          <ac:chgData name="주창 송" userId="e30c623420963f5d" providerId="LiveId" clId="{ECAB6085-E701-4CF4-8041-65278B105CE8}" dt="2026-02-25T02:38:04.217" v="3150" actId="1076"/>
          <ac:picMkLst>
            <pc:docMk/>
            <pc:sldMk cId="2613731948" sldId="267"/>
            <ac:picMk id="5" creationId="{2AB4B588-47B0-A4AE-7378-07CA7E625722}"/>
          </ac:picMkLst>
        </pc:picChg>
        <pc:picChg chg="add del mod">
          <ac:chgData name="주창 송" userId="e30c623420963f5d" providerId="LiveId" clId="{ECAB6085-E701-4CF4-8041-65278B105CE8}" dt="2026-02-25T01:41:36.042" v="1006" actId="21"/>
          <ac:picMkLst>
            <pc:docMk/>
            <pc:sldMk cId="2613731948" sldId="267"/>
            <ac:picMk id="7" creationId="{BB2F84FA-2021-D99E-C5C3-32DB006D2471}"/>
          </ac:picMkLst>
        </pc:picChg>
        <pc:picChg chg="add mod">
          <ac:chgData name="주창 송" userId="e30c623420963f5d" providerId="LiveId" clId="{ECAB6085-E701-4CF4-8041-65278B105CE8}" dt="2026-02-25T02:38:45.301" v="3292" actId="1076"/>
          <ac:picMkLst>
            <pc:docMk/>
            <pc:sldMk cId="2613731948" sldId="267"/>
            <ac:picMk id="11" creationId="{49A6D8CF-62DA-045D-FFD5-5AE5360DE08B}"/>
          </ac:picMkLst>
        </pc:picChg>
        <pc:picChg chg="add mod">
          <ac:chgData name="주창 송" userId="e30c623420963f5d" providerId="LiveId" clId="{ECAB6085-E701-4CF4-8041-65278B105CE8}" dt="2026-02-25T02:38:02.840" v="3149" actId="1076"/>
          <ac:picMkLst>
            <pc:docMk/>
            <pc:sldMk cId="2613731948" sldId="267"/>
            <ac:picMk id="20" creationId="{62EE86CF-9073-D9FC-8160-765B53B3D4BA}"/>
          </ac:picMkLst>
        </pc:picChg>
      </pc:sldChg>
      <pc:sldChg chg="addSp delSp modSp new mod">
        <pc:chgData name="주창 송" userId="e30c623420963f5d" providerId="LiveId" clId="{ECAB6085-E701-4CF4-8041-65278B105CE8}" dt="2026-02-25T01:47:30.004" v="1305" actId="1076"/>
        <pc:sldMkLst>
          <pc:docMk/>
          <pc:sldMk cId="546954137" sldId="268"/>
        </pc:sldMkLst>
        <pc:spChg chg="mod">
          <ac:chgData name="주창 송" userId="e30c623420963f5d" providerId="LiveId" clId="{ECAB6085-E701-4CF4-8041-65278B105CE8}" dt="2026-02-25T01:41:48.532" v="1011"/>
          <ac:spMkLst>
            <pc:docMk/>
            <pc:sldMk cId="546954137" sldId="268"/>
            <ac:spMk id="2" creationId="{54B01EBA-D9A1-74A6-E88B-D9C42BB80012}"/>
          </ac:spMkLst>
        </pc:spChg>
        <pc:spChg chg="add del">
          <ac:chgData name="주창 송" userId="e30c623420963f5d" providerId="LiveId" clId="{ECAB6085-E701-4CF4-8041-65278B105CE8}" dt="2026-02-25T01:41:28.489" v="1003" actId="478"/>
          <ac:spMkLst>
            <pc:docMk/>
            <pc:sldMk cId="546954137" sldId="268"/>
            <ac:spMk id="3" creationId="{D5D8535E-7F6B-5398-1D42-2F6F4311F1BE}"/>
          </ac:spMkLst>
        </pc:spChg>
        <pc:spChg chg="add del mod">
          <ac:chgData name="주창 송" userId="e30c623420963f5d" providerId="LiveId" clId="{ECAB6085-E701-4CF4-8041-65278B105CE8}" dt="2026-02-25T01:43:43.474" v="1044" actId="478"/>
          <ac:spMkLst>
            <pc:docMk/>
            <pc:sldMk cId="546954137" sldId="268"/>
            <ac:spMk id="9" creationId="{3199B12F-5C32-C949-067E-75289C96DBDD}"/>
          </ac:spMkLst>
        </pc:spChg>
        <pc:spChg chg="add del">
          <ac:chgData name="주창 송" userId="e30c623420963f5d" providerId="LiveId" clId="{ECAB6085-E701-4CF4-8041-65278B105CE8}" dt="2026-02-25T01:43:50.551" v="1046" actId="11529"/>
          <ac:spMkLst>
            <pc:docMk/>
            <pc:sldMk cId="546954137" sldId="268"/>
            <ac:spMk id="11" creationId="{F4D0CBAB-F13E-4463-B653-E9B630C9B08F}"/>
          </ac:spMkLst>
        </pc:spChg>
        <pc:spChg chg="add del mod">
          <ac:chgData name="주창 송" userId="e30c623420963f5d" providerId="LiveId" clId="{ECAB6085-E701-4CF4-8041-65278B105CE8}" dt="2026-02-25T01:44:35.331" v="1054" actId="1076"/>
          <ac:spMkLst>
            <pc:docMk/>
            <pc:sldMk cId="546954137" sldId="268"/>
            <ac:spMk id="12" creationId="{4C39C9E1-3544-30C2-C8D6-EDA20EB8EB17}"/>
          </ac:spMkLst>
        </pc:spChg>
        <pc:spChg chg="add mod">
          <ac:chgData name="주창 송" userId="e30c623420963f5d" providerId="LiveId" clId="{ECAB6085-E701-4CF4-8041-65278B105CE8}" dt="2026-02-25T01:47:30.004" v="1305" actId="1076"/>
          <ac:spMkLst>
            <pc:docMk/>
            <pc:sldMk cId="546954137" sldId="268"/>
            <ac:spMk id="15" creationId="{D0430826-1F07-8E50-9B83-A41540574EC8}"/>
          </ac:spMkLst>
        </pc:spChg>
        <pc:picChg chg="add mod">
          <ac:chgData name="주창 송" userId="e30c623420963f5d" providerId="LiveId" clId="{ECAB6085-E701-4CF4-8041-65278B105CE8}" dt="2026-02-25T01:41:26.904" v="1002"/>
          <ac:picMkLst>
            <pc:docMk/>
            <pc:sldMk cId="546954137" sldId="268"/>
            <ac:picMk id="4" creationId="{FE8C9777-6A6A-EBFA-5C8C-E0B87AD1B0F4}"/>
          </ac:picMkLst>
        </pc:picChg>
        <pc:picChg chg="add mod">
          <ac:chgData name="주창 송" userId="e30c623420963f5d" providerId="LiveId" clId="{ECAB6085-E701-4CF4-8041-65278B105CE8}" dt="2026-02-25T01:43:22.359" v="1038" actId="14100"/>
          <ac:picMkLst>
            <pc:docMk/>
            <pc:sldMk cId="546954137" sldId="268"/>
            <ac:picMk id="5" creationId="{031F5A6D-2C5D-A1A5-7365-F188F92D3266}"/>
          </ac:picMkLst>
        </pc:picChg>
        <pc:picChg chg="add del mod">
          <ac:chgData name="주창 송" userId="e30c623420963f5d" providerId="LiveId" clId="{ECAB6085-E701-4CF4-8041-65278B105CE8}" dt="2026-02-25T01:43:16.183" v="1034" actId="478"/>
          <ac:picMkLst>
            <pc:docMk/>
            <pc:sldMk cId="546954137" sldId="268"/>
            <ac:picMk id="7" creationId="{BB2F84FA-2021-D99E-C5C3-32DB006D2471}"/>
          </ac:picMkLst>
        </pc:picChg>
        <pc:picChg chg="add mod">
          <ac:chgData name="주창 송" userId="e30c623420963f5d" providerId="LiveId" clId="{ECAB6085-E701-4CF4-8041-65278B105CE8}" dt="2026-02-25T01:43:24.890" v="1039" actId="1076"/>
          <ac:picMkLst>
            <pc:docMk/>
            <pc:sldMk cId="546954137" sldId="268"/>
            <ac:picMk id="8" creationId="{546139E5-5EF7-BD9D-FBA8-3DE332566ECE}"/>
          </ac:picMkLst>
        </pc:picChg>
        <pc:cxnChg chg="add del mod">
          <ac:chgData name="주창 송" userId="e30c623420963f5d" providerId="LiveId" clId="{ECAB6085-E701-4CF4-8041-65278B105CE8}" dt="2026-02-25T01:43:43.474" v="1044" actId="478"/>
          <ac:cxnSpMkLst>
            <pc:docMk/>
            <pc:sldMk cId="546954137" sldId="268"/>
            <ac:cxnSpMk id="10" creationId="{A9A656D5-D72A-70F4-FAD3-7D40173175A4}"/>
          </ac:cxnSpMkLst>
        </pc:cxnChg>
        <pc:cxnChg chg="add">
          <ac:chgData name="주창 송" userId="e30c623420963f5d" providerId="LiveId" clId="{ECAB6085-E701-4CF4-8041-65278B105CE8}" dt="2026-02-25T01:44:42.785" v="1055" actId="11529"/>
          <ac:cxnSpMkLst>
            <pc:docMk/>
            <pc:sldMk cId="546954137" sldId="268"/>
            <ac:cxnSpMk id="14" creationId="{A5CA6D97-D77B-9887-C54C-3BCE8D83EA09}"/>
          </ac:cxnSpMkLst>
        </pc:cxnChg>
      </pc:sldChg>
      <pc:sldChg chg="new del">
        <pc:chgData name="주창 송" userId="e30c623420963f5d" providerId="LiveId" clId="{ECAB6085-E701-4CF4-8041-65278B105CE8}" dt="2026-02-25T00:05:06.451" v="14" actId="47"/>
        <pc:sldMkLst>
          <pc:docMk/>
          <pc:sldMk cId="3314409152" sldId="268"/>
        </pc:sldMkLst>
      </pc:sldChg>
      <pc:sldChg chg="new del">
        <pc:chgData name="주창 송" userId="e30c623420963f5d" providerId="LiveId" clId="{ECAB6085-E701-4CF4-8041-65278B105CE8}" dt="2026-02-25T00:05:06.308" v="13" actId="47"/>
        <pc:sldMkLst>
          <pc:docMk/>
          <pc:sldMk cId="1880118095" sldId="269"/>
        </pc:sldMkLst>
      </pc:sldChg>
      <pc:sldChg chg="addSp delSp modSp new mod">
        <pc:chgData name="주창 송" userId="e30c623420963f5d" providerId="LiveId" clId="{ECAB6085-E701-4CF4-8041-65278B105CE8}" dt="2026-02-25T02:09:30.807" v="1845" actId="14100"/>
        <pc:sldMkLst>
          <pc:docMk/>
          <pc:sldMk cId="2704762727" sldId="269"/>
        </pc:sldMkLst>
        <pc:spChg chg="mod">
          <ac:chgData name="주창 송" userId="e30c623420963f5d" providerId="LiveId" clId="{ECAB6085-E701-4CF4-8041-65278B105CE8}" dt="2026-02-25T01:57:24.937" v="1367"/>
          <ac:spMkLst>
            <pc:docMk/>
            <pc:sldMk cId="2704762727" sldId="269"/>
            <ac:spMk id="2" creationId="{4025D8E8-58E2-9BD5-7625-43E862AD6394}"/>
          </ac:spMkLst>
        </pc:spChg>
        <pc:spChg chg="del">
          <ac:chgData name="주창 송" userId="e30c623420963f5d" providerId="LiveId" clId="{ECAB6085-E701-4CF4-8041-65278B105CE8}" dt="2026-02-25T01:58:22.424" v="1368" actId="22"/>
          <ac:spMkLst>
            <pc:docMk/>
            <pc:sldMk cId="2704762727" sldId="269"/>
            <ac:spMk id="3" creationId="{A0757A54-B73A-4C4E-6563-6BFF91DFE248}"/>
          </ac:spMkLst>
        </pc:spChg>
        <pc:spChg chg="add del mod">
          <ac:chgData name="주창 송" userId="e30c623420963f5d" providerId="LiveId" clId="{ECAB6085-E701-4CF4-8041-65278B105CE8}" dt="2026-02-25T02:01:56.008" v="1395" actId="22"/>
          <ac:spMkLst>
            <pc:docMk/>
            <pc:sldMk cId="2704762727" sldId="269"/>
            <ac:spMk id="9" creationId="{F5862990-F776-1332-A2DE-D06CC7D72C5E}"/>
          </ac:spMkLst>
        </pc:spChg>
        <pc:spChg chg="add del mod">
          <ac:chgData name="주창 송" userId="e30c623420963f5d" providerId="LiveId" clId="{ECAB6085-E701-4CF4-8041-65278B105CE8}" dt="2026-02-25T02:04:19.373" v="1437"/>
          <ac:spMkLst>
            <pc:docMk/>
            <pc:sldMk cId="2704762727" sldId="269"/>
            <ac:spMk id="14" creationId="{83F9155E-517C-D07D-7886-8E68F1D38216}"/>
          </ac:spMkLst>
        </pc:spChg>
        <pc:spChg chg="add mod">
          <ac:chgData name="주창 송" userId="e30c623420963f5d" providerId="LiveId" clId="{ECAB6085-E701-4CF4-8041-65278B105CE8}" dt="2026-02-25T02:09:30.807" v="1845" actId="14100"/>
          <ac:spMkLst>
            <pc:docMk/>
            <pc:sldMk cId="2704762727" sldId="269"/>
            <ac:spMk id="15" creationId="{B702F116-F5B7-E828-C535-5B265D305E79}"/>
          </ac:spMkLst>
        </pc:spChg>
        <pc:spChg chg="add mod">
          <ac:chgData name="주창 송" userId="e30c623420963f5d" providerId="LiveId" clId="{ECAB6085-E701-4CF4-8041-65278B105CE8}" dt="2026-02-25T02:07:03.411" v="1816" actId="1076"/>
          <ac:spMkLst>
            <pc:docMk/>
            <pc:sldMk cId="2704762727" sldId="269"/>
            <ac:spMk id="16" creationId="{01ED1606-E247-5D36-01BF-C52159A94712}"/>
          </ac:spMkLst>
        </pc:spChg>
        <pc:picChg chg="add del mod ord">
          <ac:chgData name="주창 송" userId="e30c623420963f5d" providerId="LiveId" clId="{ECAB6085-E701-4CF4-8041-65278B105CE8}" dt="2026-02-25T02:01:47.101" v="1391" actId="478"/>
          <ac:picMkLst>
            <pc:docMk/>
            <pc:sldMk cId="2704762727" sldId="269"/>
            <ac:picMk id="5" creationId="{6D0A3438-6E45-BB92-8FEF-71D125F63906}"/>
          </ac:picMkLst>
        </pc:picChg>
        <pc:picChg chg="add mod">
          <ac:chgData name="주창 송" userId="e30c623420963f5d" providerId="LiveId" clId="{ECAB6085-E701-4CF4-8041-65278B105CE8}" dt="2026-02-25T02:09:17.922" v="1844" actId="14100"/>
          <ac:picMkLst>
            <pc:docMk/>
            <pc:sldMk cId="2704762727" sldId="269"/>
            <ac:picMk id="7" creationId="{ED9DFB3F-DFAC-9A70-7FCC-A165E40438D4}"/>
          </ac:picMkLst>
        </pc:picChg>
        <pc:picChg chg="add mod">
          <ac:chgData name="주창 송" userId="e30c623420963f5d" providerId="LiveId" clId="{ECAB6085-E701-4CF4-8041-65278B105CE8}" dt="2026-02-25T02:03:45.458" v="1433" actId="1076"/>
          <ac:picMkLst>
            <pc:docMk/>
            <pc:sldMk cId="2704762727" sldId="269"/>
            <ac:picMk id="11" creationId="{CFCAC0F1-40C3-B90A-1119-6FD154BAAA4C}"/>
          </ac:picMkLst>
        </pc:picChg>
        <pc:picChg chg="add mod ord">
          <ac:chgData name="주창 송" userId="e30c623420963f5d" providerId="LiveId" clId="{ECAB6085-E701-4CF4-8041-65278B105CE8}" dt="2026-02-25T02:03:44.030" v="1432" actId="1076"/>
          <ac:picMkLst>
            <pc:docMk/>
            <pc:sldMk cId="2704762727" sldId="269"/>
            <ac:picMk id="13" creationId="{AE53459D-E10A-6B60-E456-4507C16C0A98}"/>
          </ac:picMkLst>
        </pc:picChg>
      </pc:sldChg>
      <pc:sldChg chg="addSp delSp modSp add mod">
        <pc:chgData name="주창 송" userId="e30c623420963f5d" providerId="LiveId" clId="{ECAB6085-E701-4CF4-8041-65278B105CE8}" dt="2026-02-25T02:20:02.152" v="2189" actId="1076"/>
        <pc:sldMkLst>
          <pc:docMk/>
          <pc:sldMk cId="4115617792" sldId="270"/>
        </pc:sldMkLst>
        <pc:spChg chg="add mod">
          <ac:chgData name="주창 송" userId="e30c623420963f5d" providerId="LiveId" clId="{ECAB6085-E701-4CF4-8041-65278B105CE8}" dt="2026-02-25T02:20:02.152" v="2189" actId="1076"/>
          <ac:spMkLst>
            <pc:docMk/>
            <pc:sldMk cId="4115617792" sldId="270"/>
            <ac:spMk id="6" creationId="{611D5959-2485-C86D-EE46-74712B1EEEFB}"/>
          </ac:spMkLst>
        </pc:spChg>
        <pc:picChg chg="add mod">
          <ac:chgData name="주창 송" userId="e30c623420963f5d" providerId="LiveId" clId="{ECAB6085-E701-4CF4-8041-65278B105CE8}" dt="2026-02-25T02:13:21.295" v="1875" actId="14100"/>
          <ac:picMkLst>
            <pc:docMk/>
            <pc:sldMk cId="4115617792" sldId="270"/>
            <ac:picMk id="4" creationId="{B7A411E3-8460-0706-3B09-50F9956C4A00}"/>
          </ac:picMkLst>
        </pc:picChg>
        <pc:picChg chg="mod">
          <ac:chgData name="주창 송" userId="e30c623420963f5d" providerId="LiveId" clId="{ECAB6085-E701-4CF4-8041-65278B105CE8}" dt="2026-02-25T02:13:27.523" v="1878" actId="1076"/>
          <ac:picMkLst>
            <pc:docMk/>
            <pc:sldMk cId="4115617792" sldId="270"/>
            <ac:picMk id="5" creationId="{03EB583B-2C4A-9F59-5513-03A702CFD1E8}"/>
          </ac:picMkLst>
        </pc:picChg>
        <pc:picChg chg="del">
          <ac:chgData name="주창 송" userId="e30c623420963f5d" providerId="LiveId" clId="{ECAB6085-E701-4CF4-8041-65278B105CE8}" dt="2026-02-25T02:13:09.014" v="1870" actId="478"/>
          <ac:picMkLst>
            <pc:docMk/>
            <pc:sldMk cId="4115617792" sldId="270"/>
            <ac:picMk id="9" creationId="{AD6C0EE6-EA50-7354-BE5F-AE50BE074EDF}"/>
          </ac:picMkLst>
        </pc:picChg>
      </pc:sldChg>
      <pc:sldChg chg="addSp delSp modSp new mod">
        <pc:chgData name="주창 송" userId="e30c623420963f5d" providerId="LiveId" clId="{ECAB6085-E701-4CF4-8041-65278B105CE8}" dt="2026-02-25T02:34:50.423" v="3030" actId="1076"/>
        <pc:sldMkLst>
          <pc:docMk/>
          <pc:sldMk cId="393167697" sldId="271"/>
        </pc:sldMkLst>
        <pc:spChg chg="mod">
          <ac:chgData name="주창 송" userId="e30c623420963f5d" providerId="LiveId" clId="{ECAB6085-E701-4CF4-8041-65278B105CE8}" dt="2026-02-25T02:30:45.042" v="2613"/>
          <ac:spMkLst>
            <pc:docMk/>
            <pc:sldMk cId="393167697" sldId="271"/>
            <ac:spMk id="2" creationId="{E50F6541-16F3-D647-C9D5-FD3EA2A639A5}"/>
          </ac:spMkLst>
        </pc:spChg>
        <pc:spChg chg="del">
          <ac:chgData name="주창 송" userId="e30c623420963f5d" providerId="LiveId" clId="{ECAB6085-E701-4CF4-8041-65278B105CE8}" dt="2026-02-25T02:30:41.793" v="2611" actId="478"/>
          <ac:spMkLst>
            <pc:docMk/>
            <pc:sldMk cId="393167697" sldId="271"/>
            <ac:spMk id="3" creationId="{D5E07CC1-FCF8-0FFB-EF07-9C72BD2290DA}"/>
          </ac:spMkLst>
        </pc:spChg>
        <pc:spChg chg="add del mod">
          <ac:chgData name="주창 송" userId="e30c623420963f5d" providerId="LiveId" clId="{ECAB6085-E701-4CF4-8041-65278B105CE8}" dt="2026-02-25T02:31:02.693" v="2621"/>
          <ac:spMkLst>
            <pc:docMk/>
            <pc:sldMk cId="393167697" sldId="271"/>
            <ac:spMk id="10" creationId="{B2FBA0C5-5B44-E021-1930-8FB94A4EB18C}"/>
          </ac:spMkLst>
        </pc:spChg>
        <pc:spChg chg="add mod">
          <ac:chgData name="주창 송" userId="e30c623420963f5d" providerId="LiveId" clId="{ECAB6085-E701-4CF4-8041-65278B105CE8}" dt="2026-02-25T02:34:50.423" v="3030" actId="1076"/>
          <ac:spMkLst>
            <pc:docMk/>
            <pc:sldMk cId="393167697" sldId="271"/>
            <ac:spMk id="11" creationId="{6A02B85B-3F7B-2495-4BC3-BF0D032E9445}"/>
          </ac:spMkLst>
        </pc:spChg>
        <pc:picChg chg="add mod">
          <ac:chgData name="주창 송" userId="e30c623420963f5d" providerId="LiveId" clId="{ECAB6085-E701-4CF4-8041-65278B105CE8}" dt="2026-02-25T02:30:38.929" v="2609"/>
          <ac:picMkLst>
            <pc:docMk/>
            <pc:sldMk cId="393167697" sldId="271"/>
            <ac:picMk id="4" creationId="{65AE4586-739C-372A-6572-F00D19A02ED1}"/>
          </ac:picMkLst>
        </pc:picChg>
        <pc:picChg chg="add mod">
          <ac:chgData name="주창 송" userId="e30c623420963f5d" providerId="LiveId" clId="{ECAB6085-E701-4CF4-8041-65278B105CE8}" dt="2026-02-25T02:30:38.929" v="2609"/>
          <ac:picMkLst>
            <pc:docMk/>
            <pc:sldMk cId="393167697" sldId="271"/>
            <ac:picMk id="5" creationId="{7FB4E308-2436-BC9B-FA3E-ED5E0FB8C1B1}"/>
          </ac:picMkLst>
        </pc:picChg>
        <pc:picChg chg="add mod">
          <ac:chgData name="주창 송" userId="e30c623420963f5d" providerId="LiveId" clId="{ECAB6085-E701-4CF4-8041-65278B105CE8}" dt="2026-02-25T02:30:40.707" v="2610"/>
          <ac:picMkLst>
            <pc:docMk/>
            <pc:sldMk cId="393167697" sldId="271"/>
            <ac:picMk id="6" creationId="{9934232D-388C-74C7-0BEB-D2B30B2C5A0B}"/>
          </ac:picMkLst>
        </pc:picChg>
        <pc:picChg chg="add mod">
          <ac:chgData name="주창 송" userId="e30c623420963f5d" providerId="LiveId" clId="{ECAB6085-E701-4CF4-8041-65278B105CE8}" dt="2026-02-25T02:30:40.707" v="2610"/>
          <ac:picMkLst>
            <pc:docMk/>
            <pc:sldMk cId="393167697" sldId="271"/>
            <ac:picMk id="7" creationId="{EF0F54DE-3AEE-7C76-0C27-55F7B06BE356}"/>
          </ac:picMkLst>
        </pc:picChg>
        <pc:picChg chg="add mod">
          <ac:chgData name="주창 송" userId="e30c623420963f5d" providerId="LiveId" clId="{ECAB6085-E701-4CF4-8041-65278B105CE8}" dt="2026-02-25T02:30:49.485" v="2615" actId="1076"/>
          <ac:picMkLst>
            <pc:docMk/>
            <pc:sldMk cId="393167697" sldId="271"/>
            <ac:picMk id="8" creationId="{F5C21B29-F580-F2C7-23B3-F528856E4C0B}"/>
          </ac:picMkLst>
        </pc:picChg>
        <pc:picChg chg="add mod">
          <ac:chgData name="주창 송" userId="e30c623420963f5d" providerId="LiveId" clId="{ECAB6085-E701-4CF4-8041-65278B105CE8}" dt="2026-02-25T02:30:48.043" v="2614" actId="1076"/>
          <ac:picMkLst>
            <pc:docMk/>
            <pc:sldMk cId="393167697" sldId="271"/>
            <ac:picMk id="9" creationId="{7C31EA03-4BE4-37A6-DECF-0074F98D8AF3}"/>
          </ac:picMkLst>
        </pc:picChg>
      </pc:sldChg>
      <pc:sldChg chg="new del">
        <pc:chgData name="주창 송" userId="e30c623420963f5d" providerId="LiveId" clId="{ECAB6085-E701-4CF4-8041-65278B105CE8}" dt="2026-02-25T02:25:34.412" v="2336" actId="680"/>
        <pc:sldMkLst>
          <pc:docMk/>
          <pc:sldMk cId="3910849567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833AC-7200-4376-8309-FAD17DCAD2F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D6524-C5DF-4344-A05D-2AA082C8C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39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D6524-C5DF-4344-A05D-2AA082C8C1B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043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0349C-0A51-69A1-8B2A-D3BFF1CA0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4A5A8B-DAC0-455F-6AE8-58D69C627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A5B29A-F849-34D1-7BB7-43A13C493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840449-F36D-E36B-D609-D533A93C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C23CA1-CC25-C517-1EB4-E1F74F49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55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0EB4C-A221-8591-0074-5DDBA920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F3DEAA-3371-449C-019B-6A0FB90C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52DEBA-233A-4854-D9F9-A6D5D42E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E381CB-2490-1498-5EF9-436BD0EE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1638CD-B5E7-76DE-B152-AB8974E6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83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00D0B-EFEE-CA88-CA27-F542ECB3A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437F18-71B0-A7CE-186B-DAB0B6DAB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FFE2D-7122-4512-A29D-4E8C4D63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E8A47-BCB6-79D6-1282-6CAAEF2A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E4045D-C356-171B-E83E-35CB8A4F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9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C3DA-FD48-8EE7-C76D-2D570BDDA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8C66B-B1D8-DFD0-F354-D35535711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545B08-6FEF-B697-B61D-A0DB7391D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1C6E4E-CE37-AF59-FAB4-627454EF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F92CBD-E015-DDB8-BA3E-03D92869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E22938-9E9E-C5A9-33BB-77E04BA3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100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942C5-7D5A-D320-D477-EBACA3E0B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6AED0D-298B-1B1F-AD6C-7569CAEFC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52C748-D103-AEF7-74EC-37226894C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164FC6-2663-A587-22D6-3422002BA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ED1F48-9BB6-C11F-3205-C60A92151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FB7B4B-01F3-AE66-A3C6-6F526538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339AE2-C106-1398-318D-FDDF5304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D82A13-A479-C866-51E1-6954836A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46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CAFE5-068A-E854-50B9-5777E750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7FFC6D-8704-D51E-BBCE-0B868B7AD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20423A-834C-EE7C-1BBE-8E4688A71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57CB3F-B34D-D503-4736-0D02AABAE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36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9A8DA4-2253-823E-0EDB-B31B442A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57255A-7632-DB9D-A1B3-0340207D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B3A506-54E6-FC39-B259-072D014A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60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5FFCD-A25B-77F5-73B3-CCD93590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D5D6E5-34AF-790F-1794-1B287C66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0606C1-7AC4-737C-24C9-3CE7EB488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64A92B-A1A7-081F-3513-BE782DF9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FE8660-775A-9B38-D6CA-82377907A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2F172C-E0BE-E69B-9F32-4E2C5C39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704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71B4A-518F-4A63-83DF-99575BD6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F790B4-964F-1B08-4AEA-C38D54DF2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6A79CA-0461-0EC1-CFF7-1C9F529A9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898A8B-077A-983C-58A6-FA2A44EF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F3BCFE-3B99-A1ED-B8D6-71DBDE42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184071-6A26-554D-FA70-463B1651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34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6CDEF-1F71-1B7E-EABC-324282B23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59C48F-776F-C55F-1F51-48F30F06C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AC8723-255B-50E2-AC54-05684861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DC350B-955A-15D4-605D-46559B13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FC6170-32B8-7C28-D31A-1CFA78C9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032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74BCB8-3FA0-A138-45C2-1E5FC721A3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F28EAF-4A9E-3118-FDDA-6B66A4AF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4EB92C-0126-8FF0-D3EA-94472C0C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BB66F1-5D66-BAD7-8A3E-9D2DB3BD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BDE24B-C99E-759A-93AD-41E22C10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15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094268-D4C6-2B77-313C-B4CB6CE99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E4C9D5-87CC-671D-E312-0EADBDE1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2F357-3F7B-B7D2-1948-84599B71F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8104C-985A-431F-9777-EE7BEAE268A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6154E6-FB33-E2D0-DAB3-851096628E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96D08-B2F7-2608-CA23-1A179DCAC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89516-94DB-4507-A7D4-DAF2B67E31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882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E2833-A343-7FBB-9467-B212A3FC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AA25A-54A7-9F13-5EF7-6D79BEE64EB6}"/>
              </a:ext>
            </a:extLst>
          </p:cNvPr>
          <p:cNvSpPr txBox="1"/>
          <p:nvPr/>
        </p:nvSpPr>
        <p:spPr>
          <a:xfrm>
            <a:off x="6396811" y="5257149"/>
            <a:ext cx="40834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storage</a:t>
            </a:r>
            <a:r>
              <a:rPr lang="ko-KR" altLang="en-US" dirty="0"/>
              <a:t>에서 상품 정보 가져옴</a:t>
            </a:r>
            <a:endParaRPr lang="en-US" altLang="ko-KR" dirty="0"/>
          </a:p>
          <a:p>
            <a:r>
              <a:rPr lang="en-US" altLang="ko-KR" dirty="0"/>
              <a:t>map</a:t>
            </a:r>
            <a:r>
              <a:rPr lang="ko-KR" altLang="en-US" dirty="0"/>
              <a:t>함수 활용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ko-KR" altLang="en-US" dirty="0"/>
              <a:t>저장된 </a:t>
            </a:r>
            <a:r>
              <a:rPr lang="en-US" altLang="ko-KR" dirty="0"/>
              <a:t>id</a:t>
            </a:r>
            <a:r>
              <a:rPr lang="ko-KR" altLang="en-US" dirty="0"/>
              <a:t>와 같은 </a:t>
            </a:r>
            <a:r>
              <a:rPr lang="en-US" altLang="ko-KR" dirty="0"/>
              <a:t>id</a:t>
            </a:r>
            <a:r>
              <a:rPr lang="ko-KR" altLang="en-US" dirty="0"/>
              <a:t>를 </a:t>
            </a:r>
            <a:r>
              <a:rPr lang="en-US" altLang="ko-KR" dirty="0"/>
              <a:t>product</a:t>
            </a:r>
            <a:r>
              <a:rPr lang="ko-KR" altLang="en-US" dirty="0"/>
              <a:t>에서 찾고 사용자가 선택한 수량과 사이즈를 가져옴</a:t>
            </a:r>
            <a:endParaRPr lang="en-US" altLang="ko-KR" dirty="0"/>
          </a:p>
          <a:p>
            <a:r>
              <a:rPr lang="en-US" altLang="ko-KR" dirty="0"/>
              <a:t>	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C45E7F-E962-65FD-AB9A-C1C1EB3E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003" y="2579296"/>
            <a:ext cx="4988505" cy="2677853"/>
          </a:xfrm>
          <a:prstGeom prst="rect">
            <a:avLst/>
          </a:prstGeom>
        </p:spPr>
      </p:pic>
      <p:pic>
        <p:nvPicPr>
          <p:cNvPr id="15" name="그림 14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F741B7-0B83-DE63-E3D4-3E2112202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003" y="331082"/>
            <a:ext cx="4991797" cy="2248214"/>
          </a:xfrm>
          <a:prstGeom prst="rect">
            <a:avLst/>
          </a:prstGeom>
        </p:spPr>
      </p:pic>
      <p:pic>
        <p:nvPicPr>
          <p:cNvPr id="17" name="그림 16" descr="텍스트, 스크린샷, 신발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D77025-0560-6240-2DDE-6BEC7FC93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08" y="1288164"/>
            <a:ext cx="5841267" cy="50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F6541-16F3-D647-C9D5-FD3EA2A6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C21B29-F580-F2C7-23B3-F528856E4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20" y="3703403"/>
            <a:ext cx="4988505" cy="2677853"/>
          </a:xfrm>
          <a:prstGeom prst="rect">
            <a:avLst/>
          </a:prstGeom>
        </p:spPr>
      </p:pic>
      <p:pic>
        <p:nvPicPr>
          <p:cNvPr id="9" name="그림 8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31EA03-4BE4-37A6-DECF-0074F98D8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28" y="1455189"/>
            <a:ext cx="4991797" cy="22482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02B85B-3F7B-2495-4BC3-BF0D032E9445}"/>
              </a:ext>
            </a:extLst>
          </p:cNvPr>
          <p:cNvSpPr txBox="1"/>
          <p:nvPr/>
        </p:nvSpPr>
        <p:spPr>
          <a:xfrm>
            <a:off x="5768161" y="2232374"/>
            <a:ext cx="57285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filter</a:t>
            </a:r>
            <a:r>
              <a:rPr lang="ko-KR" altLang="en-US" dirty="0"/>
              <a:t>를 통해 </a:t>
            </a:r>
            <a:r>
              <a:rPr lang="en-US" altLang="ko-KR" dirty="0"/>
              <a:t>product</a:t>
            </a:r>
            <a:r>
              <a:rPr lang="ko-KR" altLang="en-US" dirty="0"/>
              <a:t>에 존재하는 아이템만 통과시킴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select</a:t>
            </a:r>
          </a:p>
          <a:p>
            <a:r>
              <a:rPr lang="en-US" altLang="ko-KR" dirty="0"/>
              <a:t> -&gt; Array(10) = 1 ~ 10</a:t>
            </a:r>
            <a:r>
              <a:rPr lang="ko-KR" altLang="en-US" dirty="0"/>
              <a:t>까지 선택 가능하게 생성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ko-KR" altLang="en-US" dirty="0"/>
              <a:t>사용자가 선택한 수량에  일치하는 옵션에 </a:t>
            </a:r>
            <a:r>
              <a:rPr lang="en-US" altLang="ko-KR" dirty="0"/>
              <a:t>  selected </a:t>
            </a:r>
            <a:r>
              <a:rPr lang="ko-KR" altLang="en-US" dirty="0"/>
              <a:t>부여함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316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374D9-90EF-E4C5-42BB-E1CB660E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22" name="그림 21" descr="텍스트, 스크린샷, 신발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9D26E5-90EE-F345-38AE-56D16F262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1" y="1414649"/>
            <a:ext cx="6348078" cy="5240675"/>
          </a:xfrm>
          <a:prstGeom prst="rect">
            <a:avLst/>
          </a:prstGeom>
        </p:spPr>
      </p:pic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B127C9-0C71-4B51-AAC4-CA668DDC2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374" y="624900"/>
            <a:ext cx="5602607" cy="36581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D31947-6B33-19C1-E3D1-2447CCDDF455}"/>
              </a:ext>
            </a:extLst>
          </p:cNvPr>
          <p:cNvSpPr txBox="1"/>
          <p:nvPr/>
        </p:nvSpPr>
        <p:spPr>
          <a:xfrm>
            <a:off x="7066949" y="4421420"/>
            <a:ext cx="4083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수량 변경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en-US" altLang="ko-KR" dirty="0" err="1"/>
              <a:t>updateStorage</a:t>
            </a:r>
            <a:r>
              <a:rPr lang="en-US" altLang="ko-KR" dirty="0"/>
              <a:t>()</a:t>
            </a:r>
            <a:r>
              <a:rPr lang="ko-KR" altLang="en-US" dirty="0"/>
              <a:t>를 통해 변경된 내용을 </a:t>
            </a:r>
            <a:r>
              <a:rPr lang="ko-KR" altLang="en-US" dirty="0" err="1"/>
              <a:t>동기화시킴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-&gt; </a:t>
            </a:r>
            <a:r>
              <a:rPr lang="en-US" altLang="ko-KR" dirty="0" err="1"/>
              <a:t>item.price</a:t>
            </a:r>
            <a:r>
              <a:rPr lang="en-US" altLang="ko-KR" dirty="0"/>
              <a:t> * </a:t>
            </a:r>
            <a:r>
              <a:rPr lang="en-US" altLang="ko-KR" dirty="0" err="1"/>
              <a:t>item.quantity</a:t>
            </a:r>
            <a:r>
              <a:rPr lang="en-US" altLang="ko-KR" dirty="0"/>
              <a:t> </a:t>
            </a:r>
            <a:r>
              <a:rPr lang="ko-KR" altLang="en-US" dirty="0"/>
              <a:t>다시 계산 후 화면에 출력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610BEB-2037-AF4A-C721-8161BFB970B4}"/>
              </a:ext>
            </a:extLst>
          </p:cNvPr>
          <p:cNvSpPr txBox="1"/>
          <p:nvPr/>
        </p:nvSpPr>
        <p:spPr>
          <a:xfrm>
            <a:off x="6991501" y="6008993"/>
            <a:ext cx="4597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toLocaleString</a:t>
            </a:r>
            <a:r>
              <a:rPr lang="en-US" altLang="ko-KR" dirty="0"/>
              <a:t>() =&gt; </a:t>
            </a:r>
            <a:r>
              <a:rPr lang="ko-KR" altLang="en-US" dirty="0"/>
              <a:t>세 자리마다 콤마 추가</a:t>
            </a:r>
            <a:endParaRPr lang="en-US" altLang="ko-KR" dirty="0"/>
          </a:p>
          <a:p>
            <a:endParaRPr lang="en-US" altLang="ko-KR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A47959B-0B6B-7E7E-601C-A70053AAACD7}"/>
              </a:ext>
            </a:extLst>
          </p:cNvPr>
          <p:cNvCxnSpPr>
            <a:cxnSpLocks/>
          </p:cNvCxnSpPr>
          <p:nvPr/>
        </p:nvCxnSpPr>
        <p:spPr>
          <a:xfrm>
            <a:off x="2105982" y="4421420"/>
            <a:ext cx="4885519" cy="340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45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502C7-C4E4-61D1-003F-4F0D1C71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14" name="그림 13" descr="텍스트, 스크린샷, 신발류, 신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6B6EA4-7F98-2F58-8033-6B0DA11F7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3" y="1395712"/>
            <a:ext cx="6306425" cy="48584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0D8271-185B-5220-01E0-FFCD1E97CD3F}"/>
              </a:ext>
            </a:extLst>
          </p:cNvPr>
          <p:cNvSpPr txBox="1"/>
          <p:nvPr/>
        </p:nvSpPr>
        <p:spPr>
          <a:xfrm>
            <a:off x="273378" y="2139885"/>
            <a:ext cx="461914" cy="46191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1B64EDD-BC5B-E630-EAAA-4176D5BC954A}"/>
              </a:ext>
            </a:extLst>
          </p:cNvPr>
          <p:cNvCxnSpPr>
            <a:cxnSpLocks/>
          </p:cNvCxnSpPr>
          <p:nvPr/>
        </p:nvCxnSpPr>
        <p:spPr>
          <a:xfrm flipV="1">
            <a:off x="838200" y="1874863"/>
            <a:ext cx="5017992" cy="320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9DCB03F-52AC-9443-351D-F9EB01444058}"/>
              </a:ext>
            </a:extLst>
          </p:cNvPr>
          <p:cNvSpPr txBox="1"/>
          <p:nvPr/>
        </p:nvSpPr>
        <p:spPr>
          <a:xfrm>
            <a:off x="6754299" y="3976124"/>
            <a:ext cx="4876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removeItem</a:t>
            </a:r>
            <a:r>
              <a:rPr lang="ko-KR" altLang="en-US" dirty="0"/>
              <a:t>으로 저장소에 있는 데이터 제거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en-US" altLang="ko-KR" dirty="0" err="1"/>
              <a:t>renderCart</a:t>
            </a:r>
            <a:r>
              <a:rPr lang="en-US" altLang="ko-KR" dirty="0"/>
              <a:t>()</a:t>
            </a:r>
            <a:r>
              <a:rPr lang="ko-KR" altLang="en-US" dirty="0"/>
              <a:t>로 </a:t>
            </a:r>
            <a:r>
              <a:rPr lang="ko-KR" altLang="en-US" dirty="0" err="1"/>
              <a:t>비어있는</a:t>
            </a:r>
            <a:r>
              <a:rPr lang="ko-KR" altLang="en-US" dirty="0"/>
              <a:t> 상태에서 다시 </a:t>
            </a:r>
            <a:r>
              <a:rPr lang="en-US" altLang="ko-KR" dirty="0"/>
              <a:t>    </a:t>
            </a:r>
            <a:r>
              <a:rPr lang="ko-KR" altLang="en-US" dirty="0"/>
              <a:t>장바구니 그리기</a:t>
            </a:r>
          </a:p>
        </p:txBody>
      </p:sp>
      <p:pic>
        <p:nvPicPr>
          <p:cNvPr id="22" name="그림 21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6F9D9C-1D4A-0B6B-C258-2CD44D304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561" y="407809"/>
            <a:ext cx="5811061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1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19234-B3AE-976D-50EC-5BDF5A2C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5" name="그림 4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B4B588-47B0-A4AE-7378-07CA7E625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9720"/>
            <a:ext cx="3615584" cy="2727628"/>
          </a:xfrm>
          <a:prstGeom prst="rect">
            <a:avLst/>
          </a:prstGeom>
        </p:spPr>
      </p:pic>
      <p:pic>
        <p:nvPicPr>
          <p:cNvPr id="20" name="내용 개체 틀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EE86CF-9073-D9FC-8160-765B53B3D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65396"/>
            <a:ext cx="7109117" cy="1620989"/>
          </a:xfrm>
          <a:prstGeom prst="rect">
            <a:avLst/>
          </a:prstGeom>
        </p:spPr>
      </p:pic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A6D8CF-62DA-045D-FFD5-5AE5360DE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586" y="3289719"/>
            <a:ext cx="3858762" cy="29205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D365EB-B115-2419-26A0-A777E8EFE7F4}"/>
              </a:ext>
            </a:extLst>
          </p:cNvPr>
          <p:cNvSpPr txBox="1"/>
          <p:nvPr/>
        </p:nvSpPr>
        <p:spPr>
          <a:xfrm>
            <a:off x="8243041" y="3193696"/>
            <a:ext cx="3615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전체 삭제 후 왼쪽과 같이 변경됨</a:t>
            </a:r>
            <a:endParaRPr lang="en-US" altLang="ko-KR" dirty="0"/>
          </a:p>
          <a:p>
            <a:r>
              <a:rPr lang="en-US" altLang="ko-KR" dirty="0"/>
              <a:t>(cart</a:t>
            </a:r>
            <a:r>
              <a:rPr lang="ko-KR" altLang="en-US" dirty="0"/>
              <a:t>의 내용이 전부 삭제되었기 때문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3731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01EBA-D9A1-74A6-E88B-D9C42BB8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5" name="그림 4" descr="텍스트, 스크린샷, 신발류, 신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1F5A6D-2C5D-A1A5-7365-F188F92D3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05" y="1552313"/>
            <a:ext cx="6004766" cy="3869159"/>
          </a:xfrm>
          <a:prstGeom prst="rect">
            <a:avLst/>
          </a:prstGeom>
        </p:spPr>
      </p:pic>
      <p:pic>
        <p:nvPicPr>
          <p:cNvPr id="8" name="그림 7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6139E5-5EF7-BD9D-FBA8-3DE332566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355" y="1117594"/>
            <a:ext cx="5811061" cy="29830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39C9E1-3544-30C2-C8D6-EDA20EB8EB17}"/>
              </a:ext>
            </a:extLst>
          </p:cNvPr>
          <p:cNvSpPr txBox="1"/>
          <p:nvPr/>
        </p:nvSpPr>
        <p:spPr>
          <a:xfrm>
            <a:off x="838200" y="2257382"/>
            <a:ext cx="461914" cy="180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5CA6D97-D77B-9887-C54C-3BCE8D83EA09}"/>
              </a:ext>
            </a:extLst>
          </p:cNvPr>
          <p:cNvCxnSpPr/>
          <p:nvPr/>
        </p:nvCxnSpPr>
        <p:spPr>
          <a:xfrm flipV="1">
            <a:off x="1508289" y="1913641"/>
            <a:ext cx="4223208" cy="343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430826-1F07-8E50-9B83-A41540574EC8}"/>
              </a:ext>
            </a:extLst>
          </p:cNvPr>
          <p:cNvSpPr txBox="1"/>
          <p:nvPr/>
        </p:nvSpPr>
        <p:spPr>
          <a:xfrm>
            <a:off x="6096000" y="4464943"/>
            <a:ext cx="5683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체크박스에 선택된 내용을 </a:t>
            </a:r>
            <a:r>
              <a:rPr lang="en-US" altLang="ko-KR" dirty="0" err="1"/>
              <a:t>querySelectorAll</a:t>
            </a:r>
            <a:r>
              <a:rPr lang="ko-KR" altLang="en-US" dirty="0"/>
              <a:t>로 수집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checkbox</a:t>
            </a:r>
            <a:r>
              <a:rPr lang="ko-KR" altLang="en-US" dirty="0"/>
              <a:t>가 선택되지 않은 배열만 </a:t>
            </a:r>
            <a:endParaRPr lang="en-US" altLang="ko-KR" dirty="0"/>
          </a:p>
          <a:p>
            <a:r>
              <a:rPr lang="en-US" altLang="ko-KR" dirty="0"/>
              <a:t>storage</a:t>
            </a:r>
            <a:r>
              <a:rPr lang="ko-KR" altLang="en-US" dirty="0"/>
              <a:t>에 저장 후 </a:t>
            </a:r>
            <a:r>
              <a:rPr lang="en-US" altLang="ko-KR" dirty="0" err="1"/>
              <a:t>renderCart</a:t>
            </a:r>
            <a:r>
              <a:rPr lang="en-US" altLang="ko-KR" dirty="0"/>
              <a:t>()</a:t>
            </a:r>
            <a:r>
              <a:rPr lang="ko-KR" altLang="en-US" dirty="0"/>
              <a:t>로 다시 장바구니 출력</a:t>
            </a:r>
          </a:p>
        </p:txBody>
      </p:sp>
    </p:spTree>
    <p:extLst>
      <p:ext uri="{BB962C8B-B14F-4D97-AF65-F5344CB8AC3E}">
        <p14:creationId xmlns:p14="http://schemas.microsoft.com/office/powerpoint/2010/main" val="546954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5413F-0C3A-039D-2C53-3DA4E360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2B782D-789C-596F-4665-DA88475C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7A43EE-4BD6-773D-AD7C-CBB0DA9FB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478"/>
            <a:ext cx="4602881" cy="4793371"/>
          </a:xfrm>
          <a:prstGeom prst="rect">
            <a:avLst/>
          </a:prstGeom>
        </p:spPr>
      </p:pic>
      <p:pic>
        <p:nvPicPr>
          <p:cNvPr id="17" name="그림 1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39B549-B3D4-6943-EF70-42EF072C0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837" y="551626"/>
            <a:ext cx="4739084" cy="4171044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72520BDE-3E67-BA81-E7C2-C291D351A809}"/>
              </a:ext>
            </a:extLst>
          </p:cNvPr>
          <p:cNvSpPr/>
          <p:nvPr/>
        </p:nvSpPr>
        <p:spPr>
          <a:xfrm>
            <a:off x="4610856" y="1511990"/>
            <a:ext cx="1048881" cy="772998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F629AA-47CD-E56E-1DBF-5B8931CA4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579" y="4393903"/>
            <a:ext cx="3048425" cy="16099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4870726-7A55-FD8D-C69E-9054DDDCB99B}"/>
              </a:ext>
            </a:extLst>
          </p:cNvPr>
          <p:cNvSpPr txBox="1"/>
          <p:nvPr/>
        </p:nvSpPr>
        <p:spPr>
          <a:xfrm>
            <a:off x="169682" y="2055043"/>
            <a:ext cx="3667027" cy="12443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5257C61-BA44-8503-567E-1E3A7EFAD67E}"/>
              </a:ext>
            </a:extLst>
          </p:cNvPr>
          <p:cNvCxnSpPr>
            <a:cxnSpLocks/>
          </p:cNvCxnSpPr>
          <p:nvPr/>
        </p:nvCxnSpPr>
        <p:spPr>
          <a:xfrm>
            <a:off x="3959258" y="2705493"/>
            <a:ext cx="1376313" cy="14705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1240D46-C619-36F0-6B56-A279EF01FB10}"/>
              </a:ext>
            </a:extLst>
          </p:cNvPr>
          <p:cNvSpPr txBox="1"/>
          <p:nvPr/>
        </p:nvSpPr>
        <p:spPr>
          <a:xfrm>
            <a:off x="4936187" y="4455177"/>
            <a:ext cx="1649903" cy="687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B0BA73-E677-C8D2-1F13-6A742ED227E0}"/>
              </a:ext>
            </a:extLst>
          </p:cNvPr>
          <p:cNvSpPr txBox="1"/>
          <p:nvPr/>
        </p:nvSpPr>
        <p:spPr>
          <a:xfrm>
            <a:off x="8211143" y="4471258"/>
            <a:ext cx="3615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화살표를 누르면 </a:t>
            </a:r>
            <a:r>
              <a:rPr lang="en-US" altLang="ko-KR" dirty="0"/>
              <a:t>hide</a:t>
            </a:r>
            <a:r>
              <a:rPr lang="ko-KR" altLang="en-US" dirty="0"/>
              <a:t>를 통해 </a:t>
            </a:r>
            <a:r>
              <a:rPr lang="en-US" altLang="ko-KR" dirty="0"/>
              <a:t>coupon-content</a:t>
            </a:r>
            <a:r>
              <a:rPr lang="ko-KR" altLang="en-US" dirty="0"/>
              <a:t>의 내용이 보이지 않고</a:t>
            </a:r>
            <a:r>
              <a:rPr lang="en-US" altLang="ko-KR" dirty="0"/>
              <a:t>, </a:t>
            </a:r>
            <a:r>
              <a:rPr lang="ko-KR" altLang="en-US" dirty="0"/>
              <a:t>화살표의 방향이 변경</a:t>
            </a:r>
            <a:r>
              <a:rPr lang="en-US" altLang="ko-KR" dirty="0"/>
              <a:t>(rotate)</a:t>
            </a:r>
            <a:r>
              <a:rPr lang="ko-KR" altLang="en-US" dirty="0"/>
              <a:t>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3578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5D8E8-58E2-9BD5-7625-43E862AD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7" name="그림 6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9DFB3F-DFAC-9A70-7FCC-A165E4043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33" y="1312187"/>
            <a:ext cx="3950651" cy="5286575"/>
          </a:xfrm>
          <a:prstGeom prst="rect">
            <a:avLst/>
          </a:prstGeom>
        </p:spPr>
      </p:pic>
      <p:pic>
        <p:nvPicPr>
          <p:cNvPr id="13" name="내용 개체 틀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53459D-E10A-6B60-E456-4507C16C0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74615" y="1312186"/>
            <a:ext cx="3595431" cy="2486816"/>
          </a:xfrm>
          <a:prstGeom prst="rect">
            <a:avLst/>
          </a:prstGeom>
        </p:spPr>
      </p:pic>
      <p:pic>
        <p:nvPicPr>
          <p:cNvPr id="11" name="그림 10" descr="텍스트, 의류, 스크린샷, 패션 액세서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CAC0F1-40C3-B90A-1119-6FD154BAA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020" y="1312186"/>
            <a:ext cx="3679959" cy="24868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02F116-F5B7-E828-C535-5B265D305E79}"/>
              </a:ext>
            </a:extLst>
          </p:cNvPr>
          <p:cNvSpPr txBox="1"/>
          <p:nvPr/>
        </p:nvSpPr>
        <p:spPr>
          <a:xfrm>
            <a:off x="4477732" y="3955474"/>
            <a:ext cx="5275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총 상품금액</a:t>
            </a:r>
            <a:endParaRPr lang="en-US" altLang="ko-KR" dirty="0"/>
          </a:p>
          <a:p>
            <a:r>
              <a:rPr lang="en-US" altLang="ko-KR" dirty="0"/>
              <a:t> -&gt; sum</a:t>
            </a:r>
            <a:r>
              <a:rPr lang="ko-KR" altLang="en-US" dirty="0"/>
              <a:t> 초기값 </a:t>
            </a:r>
            <a:r>
              <a:rPr lang="en-US" altLang="ko-KR" dirty="0"/>
              <a:t>0</a:t>
            </a:r>
            <a:r>
              <a:rPr lang="ko-KR" altLang="en-US" dirty="0"/>
              <a:t>으로 설정 후 각 상품의 가격과 수량을 곱한</a:t>
            </a:r>
            <a:r>
              <a:rPr lang="en-US" altLang="ko-KR" dirty="0"/>
              <a:t> </a:t>
            </a:r>
            <a:r>
              <a:rPr lang="ko-KR" altLang="en-US" dirty="0"/>
              <a:t>값</a:t>
            </a:r>
            <a:endParaRPr lang="en-US" altLang="ko-KR" dirty="0"/>
          </a:p>
          <a:p>
            <a:r>
              <a:rPr lang="en-US" altLang="ko-KR" dirty="0"/>
              <a:t>reduce() = </a:t>
            </a:r>
            <a:r>
              <a:rPr lang="ko-KR" altLang="en-US" dirty="0"/>
              <a:t>배열의 값 계산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ED1606-E247-5D36-01BF-C52159A94712}"/>
              </a:ext>
            </a:extLst>
          </p:cNvPr>
          <p:cNvSpPr txBox="1"/>
          <p:nvPr/>
        </p:nvSpPr>
        <p:spPr>
          <a:xfrm>
            <a:off x="4477731" y="5312275"/>
            <a:ext cx="4562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총 결제금액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ko-KR" altLang="en-US" dirty="0"/>
              <a:t>총 상품금액에서 배송비를 더하고</a:t>
            </a:r>
            <a:r>
              <a:rPr lang="en-US" altLang="ko-KR" dirty="0"/>
              <a:t>, </a:t>
            </a:r>
            <a:r>
              <a:rPr lang="ko-KR" altLang="en-US" dirty="0"/>
              <a:t>총 할인금액을 뺀 값</a:t>
            </a:r>
          </a:p>
        </p:txBody>
      </p:sp>
    </p:spTree>
    <p:extLst>
      <p:ext uri="{BB962C8B-B14F-4D97-AF65-F5344CB8AC3E}">
        <p14:creationId xmlns:p14="http://schemas.microsoft.com/office/powerpoint/2010/main" val="2704762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7B186-92D0-8F6A-7BB4-A69DC41C0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5" name="내용 개체 틀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00EB33-1A22-91B2-76AF-F0B5CB93D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506" y="1373137"/>
            <a:ext cx="10515600" cy="3474163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BA712-6F60-9AA4-7798-45047C7A8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63" y="4847300"/>
            <a:ext cx="5934903" cy="12128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B7501F-2C75-8F48-FD22-2B88E7CFF45C}"/>
              </a:ext>
            </a:extLst>
          </p:cNvPr>
          <p:cNvSpPr txBox="1"/>
          <p:nvPr/>
        </p:nvSpPr>
        <p:spPr>
          <a:xfrm>
            <a:off x="6916132" y="5098474"/>
            <a:ext cx="511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배송비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ko-KR" altLang="en-US" dirty="0"/>
              <a:t>총 상품금액이 </a:t>
            </a:r>
            <a:r>
              <a:rPr lang="en-US" altLang="ko-KR" dirty="0"/>
              <a:t>10</a:t>
            </a:r>
            <a:r>
              <a:rPr lang="ko-KR" altLang="en-US" dirty="0"/>
              <a:t>만원 이상이거나 상품이 없으면 배송비 </a:t>
            </a:r>
            <a:r>
              <a:rPr lang="en-US" altLang="ko-KR" dirty="0"/>
              <a:t>0</a:t>
            </a:r>
            <a:r>
              <a:rPr lang="ko-KR" altLang="en-US" dirty="0"/>
              <a:t>원</a:t>
            </a:r>
            <a:r>
              <a:rPr lang="en-US" altLang="ko-KR" dirty="0"/>
              <a:t>, </a:t>
            </a:r>
            <a:r>
              <a:rPr lang="ko-KR" altLang="en-US" dirty="0"/>
              <a:t>아니면 배송비 </a:t>
            </a:r>
            <a:r>
              <a:rPr lang="en-US" altLang="ko-KR" dirty="0"/>
              <a:t>3,000</a:t>
            </a:r>
            <a:r>
              <a:rPr lang="ko-KR" altLang="en-US" dirty="0"/>
              <a:t>원</a:t>
            </a:r>
          </a:p>
        </p:txBody>
      </p:sp>
    </p:spTree>
    <p:extLst>
      <p:ext uri="{BB962C8B-B14F-4D97-AF65-F5344CB8AC3E}">
        <p14:creationId xmlns:p14="http://schemas.microsoft.com/office/powerpoint/2010/main" val="194647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4CD3-6A60-C463-92A4-545BF5FF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0E154-A170-1239-93F2-7FE550EE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5" name="내용 개체 틀 4" descr="스크린샷, 신발, 텍스트, 스니커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800692-3009-C33F-B491-0C86E6400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5197" y="1698412"/>
            <a:ext cx="6405253" cy="3461175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A8B7FF-89F2-ED09-2DFB-9E973AEB0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1757640"/>
            <a:ext cx="4224641" cy="40145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20C0AA-D4D4-7F07-FFBF-626B2B9A527C}"/>
              </a:ext>
            </a:extLst>
          </p:cNvPr>
          <p:cNvSpPr txBox="1"/>
          <p:nvPr/>
        </p:nvSpPr>
        <p:spPr>
          <a:xfrm>
            <a:off x="4929497" y="5402818"/>
            <a:ext cx="456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20% </a:t>
            </a:r>
            <a:r>
              <a:rPr lang="ko-KR" altLang="en-US" dirty="0"/>
              <a:t>에 인덱스를 곱한 값만큼 </a:t>
            </a:r>
            <a:r>
              <a:rPr lang="en-US" altLang="ko-KR" dirty="0"/>
              <a:t>translate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8692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B1A13-724E-6392-CECE-24BF3B08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3C386-F2A0-047B-C711-CAF7A27F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</a:t>
            </a:r>
            <a:r>
              <a:rPr lang="en-US" altLang="ko-KR" dirty="0"/>
              <a:t>(cart.html)</a:t>
            </a:r>
            <a:endParaRPr lang="ko-KR" altLang="en-US" dirty="0"/>
          </a:p>
        </p:txBody>
      </p:sp>
      <p:pic>
        <p:nvPicPr>
          <p:cNvPr id="5" name="내용 개체 틀 4" descr="스크린샷, 신발, 텍스트, 스니커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EB583B-2C4A-9F59-5513-03A702CFD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7996" y="1371293"/>
            <a:ext cx="5728978" cy="3245700"/>
          </a:xfrm>
          <a:prstGeom prst="rect">
            <a:avLst/>
          </a:prstGeom>
        </p:spPr>
      </p:pic>
      <p:pic>
        <p:nvPicPr>
          <p:cNvPr id="4" name="그림 3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A411E3-8460-0706-3B09-50F9956C4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27" y="1437968"/>
            <a:ext cx="4629796" cy="4791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1D5959-2485-C86D-EE46-74712B1EEEFB}"/>
              </a:ext>
            </a:extLst>
          </p:cNvPr>
          <p:cNvSpPr txBox="1"/>
          <p:nvPr/>
        </p:nvSpPr>
        <p:spPr>
          <a:xfrm>
            <a:off x="5467996" y="4745998"/>
            <a:ext cx="5200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next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dirty="0" err="1"/>
              <a:t>listcount</a:t>
            </a:r>
            <a:r>
              <a:rPr lang="en-US" altLang="ko-KR" dirty="0"/>
              <a:t> – </a:t>
            </a:r>
            <a:r>
              <a:rPr lang="en-US" altLang="ko-KR" dirty="0" err="1"/>
              <a:t>itemshow</a:t>
            </a:r>
            <a:r>
              <a:rPr lang="ko-KR" altLang="en-US" dirty="0"/>
              <a:t>가 </a:t>
            </a:r>
            <a:r>
              <a:rPr lang="en-US" altLang="ko-KR" dirty="0"/>
              <a:t>index</a:t>
            </a:r>
            <a:r>
              <a:rPr lang="ko-KR" altLang="en-US" dirty="0"/>
              <a:t>보다 작아지면 다시  왼쪽으로 돌아옴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prev</a:t>
            </a:r>
            <a:endParaRPr lang="en-US" altLang="ko-K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인덱스가 </a:t>
            </a:r>
            <a:r>
              <a:rPr lang="en-US" altLang="ko-KR" dirty="0"/>
              <a:t>0</a:t>
            </a:r>
            <a:r>
              <a:rPr lang="ko-KR" altLang="en-US" dirty="0"/>
              <a:t>보다 작아지면 맨 오른쪽으로 이동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561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306</Words>
  <Application>Microsoft Office PowerPoint</Application>
  <PresentationFormat>와이드스크린</PresentationFormat>
  <Paragraphs>47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Symbol</vt:lpstr>
      <vt:lpstr>Office 테마</vt:lpstr>
      <vt:lpstr>장바구니(cart.html)</vt:lpstr>
      <vt:lpstr>장바구니(cart.html)</vt:lpstr>
      <vt:lpstr>장바구니(cart.html)</vt:lpstr>
      <vt:lpstr>장바구니(cart.html)</vt:lpstr>
      <vt:lpstr>장바구니(cart.html)</vt:lpstr>
      <vt:lpstr>장바구니(cart.html)</vt:lpstr>
      <vt:lpstr>장바구니(cart.html)</vt:lpstr>
      <vt:lpstr>장바구니(cart.html)</vt:lpstr>
      <vt:lpstr>장바구니(cart.html)</vt:lpstr>
      <vt:lpstr>장바구니(cart.html)</vt:lpstr>
      <vt:lpstr>장바구니(cart.html)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주창 송</dc:creator>
  <cp:lastModifiedBy>주창 송</cp:lastModifiedBy>
  <cp:revision>1</cp:revision>
  <dcterms:created xsi:type="dcterms:W3CDTF">2026-02-25T00:02:09Z</dcterms:created>
  <dcterms:modified xsi:type="dcterms:W3CDTF">2026-02-25T02:41:19Z</dcterms:modified>
</cp:coreProperties>
</file>