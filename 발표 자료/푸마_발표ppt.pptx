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9" r:id="rId4"/>
    <p:sldId id="270" r:id="rId5"/>
    <p:sldId id="258" r:id="rId6"/>
    <p:sldId id="259" r:id="rId7"/>
    <p:sldId id="260" r:id="rId8"/>
    <p:sldId id="261" r:id="rId9"/>
    <p:sldId id="267" r:id="rId10"/>
    <p:sldId id="262" r:id="rId11"/>
    <p:sldId id="263" r:id="rId12"/>
    <p:sldId id="268" r:id="rId13"/>
    <p:sldId id="264" r:id="rId14"/>
    <p:sldId id="265" r:id="rId15"/>
    <p:sldId id="266" r:id="rId16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3111D"/>
    <a:srgbClr val="110E20"/>
    <a:srgbClr val="1F1A3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22" autoAdjust="0"/>
    <p:restoredTop sz="94660"/>
  </p:normalViewPr>
  <p:slideViewPr>
    <p:cSldViewPr snapToGrid="0">
      <p:cViewPr varScale="1">
        <p:scale>
          <a:sx n="71" d="100"/>
          <a:sy n="71" d="100"/>
        </p:scale>
        <p:origin x="96" y="3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bg>
      <p:bgPr>
        <a:solidFill>
          <a:srgbClr val="110E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1942A3A-BAB2-C3D1-759D-88D3A3B9513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D5402DCA-0AED-EB77-1236-4F9954E76F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BA0605B-DE46-F086-55C6-05E30B6A4F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B295D-CF88-4450-B43E-26175230DFEC}" type="datetimeFigureOut">
              <a:rPr lang="ko-KR" altLang="en-US" smtClean="0"/>
              <a:t>2026-02-25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6CBDD86-58A9-16DA-3153-EAD94B90C0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64DF1DE-7AEF-9D5B-8C79-A233D52521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6A147F-EDFD-4BBE-ACBB-6427F0D814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973817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A5F9501-1078-C0C9-49A9-DA384BCB7E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1F31236-BA93-036A-4329-6699C0775B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EBC12AB-75CB-675B-8E8C-BE22F9350A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B295D-CF88-4450-B43E-26175230DFEC}" type="datetimeFigureOut">
              <a:rPr lang="ko-KR" altLang="en-US" smtClean="0"/>
              <a:t>2026-02-25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B9EDF5E-0E77-7E1B-B900-30966AD667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9C84928-E62A-D7E9-9EE4-608C5FAE55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6A147F-EDFD-4BBE-ACBB-6427F0D814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2731270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AA91926-D0BA-8AFF-D20C-EEADE3AFC6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35DA29D-ABC0-39CB-E14F-2C1099E3565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E771F86-352D-C3C6-5C17-116C3F85DB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B295D-CF88-4450-B43E-26175230DFEC}" type="datetimeFigureOut">
              <a:rPr lang="ko-KR" altLang="en-US" smtClean="0"/>
              <a:t>2026-02-25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FB40BE8-F9A4-4BD1-4B97-29D3E6D8835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2288E0E-8593-D999-1602-40234B365C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6A147F-EDFD-4BBE-ACBB-6427F0D814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879603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31827A3-C250-F4FC-7511-DD458276FA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188F75A-9A9A-581F-D707-B4D0AD1006B7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D7B7385D-7104-1558-2B10-88CFE4E6F8C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2FB6606-2CF1-E6D5-5A92-274B74737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B295D-CF88-4450-B43E-26175230DFEC}" type="datetimeFigureOut">
              <a:rPr lang="ko-KR" altLang="en-US" smtClean="0"/>
              <a:t>2026-02-25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C7EE646B-2060-BC8F-D85E-3D2137863D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6A20CA72-A676-D6DE-BE3B-DB10F44E83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6A147F-EDFD-4BBE-ACBB-6427F0D814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662909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0BCDA8C-46E1-D60E-4695-48919E7E68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C36A59EB-39C8-E7F1-7A72-1C2A37614EE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A16469A-4391-3F6A-035B-C83284B7B7A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9215586F-EB0C-56F5-0CAA-8615BDA1F51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9A4F7DA8-F2C8-0171-3784-CF0975DA0C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87D7569B-D0A8-FE16-C0EF-59234578903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B295D-CF88-4450-B43E-26175230DFEC}" type="datetimeFigureOut">
              <a:rPr lang="ko-KR" altLang="en-US" smtClean="0"/>
              <a:t>2026-02-25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58160C63-F3D9-3903-E45E-91CDD358EE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A390784A-A4E3-BC4F-5D61-D9537B6507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6A147F-EDFD-4BBE-ACBB-6427F0D814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876866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EB05409-15DB-5C89-F583-9959691FA8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B028998B-409D-8EF8-31D4-20AC3A09F2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B295D-CF88-4450-B43E-26175230DFEC}" type="datetimeFigureOut">
              <a:rPr lang="ko-KR" altLang="en-US" smtClean="0"/>
              <a:t>2026-02-25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6DFF4D36-2E21-B58E-B957-16DB344DBE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05FF49B5-BCF3-9D31-87D2-B0AECA76F9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6A147F-EDFD-4BBE-ACBB-6427F0D814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151523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43A80489-F2E0-4E66-1144-67CED06820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B295D-CF88-4450-B43E-26175230DFEC}" type="datetimeFigureOut">
              <a:rPr lang="ko-KR" altLang="en-US" smtClean="0"/>
              <a:t>2026-02-25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82BDD3B3-3529-6B03-10E9-CDE688E638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6A013BF-D3DC-8DB9-668A-D0F0AB24A0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6A147F-EDFD-4BBE-ACBB-6427F0D814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303728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2E4BF2C-429E-FE8C-A52B-EE44BF7035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C2779B0-F20D-DF60-79E8-3F692BA383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106C272-B463-97CB-FA9F-57CF469E7A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E066AE6-558C-D180-461E-71FB03FDE4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B295D-CF88-4450-B43E-26175230DFEC}" type="datetimeFigureOut">
              <a:rPr lang="ko-KR" altLang="en-US" smtClean="0"/>
              <a:t>2026-02-25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D685E0F3-CD80-C87B-4891-DB3E40CF75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E8553A0-4325-5A7A-8417-AE86967A83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6A147F-EDFD-4BBE-ACBB-6427F0D814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13258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4187A94-D41A-A03E-4124-EE90E1A5F0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B3FB9E5-0B85-1FC9-5BC0-9E3BA3788F9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3B148B5-2A36-5001-E445-1E5F5E02188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D345572-88C2-9A4E-9D5E-E3C0F8D736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B295D-CF88-4450-B43E-26175230DFEC}" type="datetimeFigureOut">
              <a:rPr lang="ko-KR" altLang="en-US" smtClean="0"/>
              <a:t>2026-02-25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7C51CC2-B7D0-1FD9-1CF5-7068AF738A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C73F6D4C-E0C1-1D03-DA67-B52C964212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6A147F-EDFD-4BBE-ACBB-6427F0D814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35990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DB410D1-7527-9458-4BA1-DEAB873E97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9CDA429C-8CC0-5B7B-8BD6-DBC3C6D2264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853CA92-1240-EE7A-49F1-9347E784B4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B295D-CF88-4450-B43E-26175230DFEC}" type="datetimeFigureOut">
              <a:rPr lang="ko-KR" altLang="en-US" smtClean="0"/>
              <a:t>2026-02-25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4D98F2B-1833-E26F-DE98-6D91240BB8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3DE1AC5-6B22-8D65-7182-B6AD35CEF3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6A147F-EDFD-4BBE-ACBB-6427F0D814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336989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EE08FC70-F9E8-5184-67DB-FDFE6305325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AD936DE-54D0-8CAB-65A3-5B60831CEE0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62D6D99-FE5B-AC27-82E3-BFD1E91AAE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FB295D-CF88-4450-B43E-26175230DFEC}" type="datetimeFigureOut">
              <a:rPr lang="ko-KR" altLang="en-US" smtClean="0"/>
              <a:t>2026-02-25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A58D91D-896F-7130-677C-F5E714C734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19B2EE1E-0721-EB26-4D68-54D1A75B46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66A147F-EDFD-4BBE-ACBB-6427F0D814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477621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11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F2319448-528B-994F-4036-42D5BDCB16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09DCE75-C3F6-CC89-98A0-A1620E3657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dirty="0"/>
              <a:t>마스터 텍스트 스타일을 편집하려면 클릭</a:t>
            </a:r>
          </a:p>
          <a:p>
            <a:pPr lvl="1"/>
            <a:r>
              <a:rPr lang="ko-KR" altLang="en-US" dirty="0"/>
              <a:t>두 번째 수준</a:t>
            </a:r>
          </a:p>
          <a:p>
            <a:pPr lvl="2"/>
            <a:r>
              <a:rPr lang="ko-KR" altLang="en-US" dirty="0"/>
              <a:t>세 번째 수준</a:t>
            </a:r>
          </a:p>
          <a:p>
            <a:pPr lvl="3"/>
            <a:r>
              <a:rPr lang="ko-KR" altLang="en-US" dirty="0"/>
              <a:t>네 번째 수준</a:t>
            </a:r>
          </a:p>
          <a:p>
            <a:pPr lvl="4"/>
            <a:r>
              <a:rPr lang="ko-KR" altLang="en-US" dirty="0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986592C-33DF-B684-680D-0CC2A0D8327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FFB295D-CF88-4450-B43E-26175230DFEC}" type="datetimeFigureOut">
              <a:rPr lang="ko-KR" altLang="en-US" smtClean="0"/>
              <a:t>2026-02-25</a:t>
            </a:fld>
            <a:endParaRPr lang="ko-KR" altLang="en-US" dirty="0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2F1745C-309A-B5A9-9B3D-5944846AF49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137BC9D-AA7B-3A90-AD82-3401408B102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66A147F-EDFD-4BBE-ACBB-6427F0D8144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32546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bg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png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3111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>
            <a:extLst>
              <a:ext uri="{FF2B5EF4-FFF2-40B4-BE49-F238E27FC236}">
                <a16:creationId xmlns:a16="http://schemas.microsoft.com/office/drawing/2014/main" id="{E450638E-D0E1-2F43-E18C-A1D58BBEC3DB}"/>
              </a:ext>
            </a:extLst>
          </p:cNvPr>
          <p:cNvSpPr txBox="1"/>
          <p:nvPr/>
        </p:nvSpPr>
        <p:spPr>
          <a:xfrm>
            <a:off x="379512" y="299392"/>
            <a:ext cx="3864496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5000">
                <a:solidFill>
                  <a:schemeClr val="bg1"/>
                </a:solidFill>
              </a:rPr>
              <a:t>프론트 프로젝트</a:t>
            </a:r>
            <a:endParaRPr lang="ko-KR" altLang="en-US" sz="6500" dirty="0">
              <a:solidFill>
                <a:schemeClr val="bg1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029AEDA-5AC4-7027-7EC3-51FC869937F8}"/>
              </a:ext>
            </a:extLst>
          </p:cNvPr>
          <p:cNvSpPr txBox="1"/>
          <p:nvPr/>
        </p:nvSpPr>
        <p:spPr>
          <a:xfrm>
            <a:off x="10080783" y="4134000"/>
            <a:ext cx="863907" cy="20508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ko-KR" altLang="en-US" sz="2200" dirty="0">
                <a:solidFill>
                  <a:schemeClr val="bg1"/>
                </a:solidFill>
              </a:rPr>
              <a:t>이현겸</a:t>
            </a:r>
            <a:endParaRPr lang="en-US" altLang="ko-KR" sz="2200" dirty="0">
              <a:solidFill>
                <a:schemeClr val="bg1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ko-KR" altLang="en-US" sz="2200" dirty="0">
                <a:solidFill>
                  <a:schemeClr val="bg1"/>
                </a:solidFill>
              </a:rPr>
              <a:t>박세인</a:t>
            </a:r>
            <a:endParaRPr lang="en-US" altLang="ko-KR" sz="2200" dirty="0">
              <a:solidFill>
                <a:schemeClr val="bg1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ko-KR" altLang="en-US" sz="2200" dirty="0" err="1">
                <a:solidFill>
                  <a:schemeClr val="bg1"/>
                </a:solidFill>
              </a:rPr>
              <a:t>장해든</a:t>
            </a:r>
            <a:endParaRPr lang="en-US" altLang="ko-KR" sz="2200" dirty="0">
              <a:solidFill>
                <a:schemeClr val="bg1"/>
              </a:solidFill>
            </a:endParaRPr>
          </a:p>
          <a:p>
            <a:pPr algn="ctr">
              <a:lnSpc>
                <a:spcPct val="150000"/>
              </a:lnSpc>
            </a:pPr>
            <a:r>
              <a:rPr lang="ko-KR" altLang="en-US" sz="2200" dirty="0" err="1">
                <a:solidFill>
                  <a:schemeClr val="bg1"/>
                </a:solidFill>
              </a:rPr>
              <a:t>송주창</a:t>
            </a:r>
            <a:endParaRPr lang="ko-KR" altLang="en-US" sz="2200" dirty="0">
              <a:solidFill>
                <a:schemeClr val="bg1"/>
              </a:solidFill>
            </a:endParaRPr>
          </a:p>
        </p:txBody>
      </p:sp>
      <p:pic>
        <p:nvPicPr>
          <p:cNvPr id="1030" name="Picture 6" descr="Puma transparent white logo #1243 - Free Transparent PNG Logos">
            <a:extLst>
              <a:ext uri="{FF2B5EF4-FFF2-40B4-BE49-F238E27FC236}">
                <a16:creationId xmlns:a16="http://schemas.microsoft.com/office/drawing/2014/main" id="{CAB142F3-F8B6-86CE-6A58-603C8D9240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54481" y="1618820"/>
            <a:ext cx="6311436" cy="32625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2067470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C5FD4BC-7448-C5BA-E3F5-0A928309DC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ko-KR" altLang="en-US" dirty="0"/>
              <a:t>목차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AD44E0E-248E-F659-8964-EACAA2203B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55574" y="1253331"/>
            <a:ext cx="7480852" cy="4351338"/>
          </a:xfrm>
        </p:spPr>
        <p:txBody>
          <a:bodyPr>
            <a:normAutofit lnSpcReduction="10000"/>
          </a:bodyPr>
          <a:lstStyle/>
          <a:p>
            <a:pPr>
              <a:lnSpc>
                <a:spcPct val="150000"/>
              </a:lnSpc>
            </a:pPr>
            <a:r>
              <a:rPr lang="ko-KR" altLang="en-US" dirty="0"/>
              <a:t>프로젝트 개요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ko-KR" altLang="en-US" dirty="0"/>
              <a:t>구현 페이지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en-US" altLang="ko-KR" dirty="0"/>
              <a:t>Indexl.html</a:t>
            </a:r>
          </a:p>
          <a:p>
            <a:pPr>
              <a:lnSpc>
                <a:spcPct val="150000"/>
              </a:lnSpc>
            </a:pPr>
            <a:r>
              <a:rPr lang="en-US" altLang="ko-KR" dirty="0"/>
              <a:t>Product.html</a:t>
            </a:r>
          </a:p>
          <a:p>
            <a:pPr>
              <a:lnSpc>
                <a:spcPct val="150000"/>
              </a:lnSpc>
            </a:pPr>
            <a:r>
              <a:rPr lang="en-US" altLang="ko-KR" dirty="0"/>
              <a:t>Detail.html</a:t>
            </a:r>
          </a:p>
          <a:p>
            <a:pPr>
              <a:lnSpc>
                <a:spcPct val="150000"/>
              </a:lnSpc>
            </a:pPr>
            <a:r>
              <a:rPr lang="en-US" altLang="ko-KR" dirty="0"/>
              <a:t>Cart.html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87545049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F4CFF2-9265-D439-1D9F-8436CE43DF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7B823F4-59B4-2B51-C8D0-322007CCA4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ko-KR" altLang="en-US" dirty="0"/>
              <a:t>프로젝트 개요</a:t>
            </a:r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6A719AB2-D96B-9767-6499-C6FA17B61A1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lnSpc>
                <a:spcPct val="150000"/>
              </a:lnSpc>
            </a:pPr>
            <a:r>
              <a:rPr lang="en-US" altLang="ko-KR" dirty="0"/>
              <a:t>HTML, CSS, JS</a:t>
            </a:r>
            <a:r>
              <a:rPr lang="ko-KR" altLang="en-US" dirty="0"/>
              <a:t>를 활용한 푸마 웹 페이지 구현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ko-KR" altLang="en-US" dirty="0"/>
              <a:t>페이지 간 정보 주고 받기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en-US" altLang="ko-KR" dirty="0" err="1"/>
              <a:t>Github</a:t>
            </a:r>
            <a:r>
              <a:rPr lang="ko-KR" altLang="en-US" dirty="0"/>
              <a:t>를 활용한 협업 기초 배우기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573BC5B-2702-C500-8D26-9CF60C2DA185}"/>
              </a:ext>
            </a:extLst>
          </p:cNvPr>
          <p:cNvSpPr txBox="1"/>
          <p:nvPr/>
        </p:nvSpPr>
        <p:spPr>
          <a:xfrm>
            <a:off x="449425" y="1108642"/>
            <a:ext cx="18227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프로젝트 목적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F711109-809D-EE0F-459A-23FC509213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66288" y="3429000"/>
            <a:ext cx="3216564" cy="32165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 descr="Flat Puma Icon - Flaticons.net">
            <a:extLst>
              <a:ext uri="{FF2B5EF4-FFF2-40B4-BE49-F238E27FC236}">
                <a16:creationId xmlns:a16="http://schemas.microsoft.com/office/drawing/2014/main" id="{D17AB52B-CF24-6FFF-9A20-613F7BEF859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69924" y="716858"/>
            <a:ext cx="2609292" cy="26092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5038903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F889EF-C643-8113-7DC0-044EEF20A0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28ED196-4991-DF76-477D-81462A3461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ko-KR" altLang="en-US" dirty="0"/>
              <a:t>프로젝트 개요</a:t>
            </a:r>
          </a:p>
        </p:txBody>
      </p:sp>
      <p:sp>
        <p:nvSpPr>
          <p:cNvPr id="5" name="내용 개체 틀 4">
            <a:extLst>
              <a:ext uri="{FF2B5EF4-FFF2-40B4-BE49-F238E27FC236}">
                <a16:creationId xmlns:a16="http://schemas.microsoft.com/office/drawing/2014/main" id="{ACED77DC-E035-717A-14EE-B30DA42204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6506" y="1839072"/>
            <a:ext cx="11178988" cy="4351338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en-US" altLang="ko-KR" dirty="0"/>
              <a:t>PC</a:t>
            </a:r>
            <a:r>
              <a:rPr lang="ko-KR" altLang="en-US" dirty="0"/>
              <a:t>에 </a:t>
            </a:r>
            <a:r>
              <a:rPr lang="en-US" altLang="ko-KR" dirty="0" err="1"/>
              <a:t>Github</a:t>
            </a:r>
            <a:r>
              <a:rPr lang="ko-KR" altLang="en-US" dirty="0"/>
              <a:t>를 설치하여 </a:t>
            </a:r>
            <a:r>
              <a:rPr lang="en-US" altLang="ko-KR" dirty="0"/>
              <a:t>GUI</a:t>
            </a:r>
            <a:r>
              <a:rPr lang="ko-KR" altLang="en-US" dirty="0"/>
              <a:t>로 사용이 손쉬운 어플리케이션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ko-KR" altLang="en-US" dirty="0"/>
              <a:t>같은 파일을 동시에 수정하면 충돌이 일어난다</a:t>
            </a:r>
            <a:r>
              <a:rPr lang="en-US" altLang="ko-KR" dirty="0"/>
              <a:t> (</a:t>
            </a:r>
            <a:r>
              <a:rPr lang="ko-KR" altLang="en-US" dirty="0"/>
              <a:t>충돌을 극도로 경계한다</a:t>
            </a:r>
            <a:r>
              <a:rPr lang="en-US" altLang="ko-KR" dirty="0"/>
              <a:t>)</a:t>
            </a:r>
            <a:r>
              <a:rPr lang="ko-KR" altLang="en-US" dirty="0"/>
              <a:t> </a:t>
            </a:r>
            <a:endParaRPr lang="en-US" altLang="ko-KR" dirty="0"/>
          </a:p>
          <a:p>
            <a:pPr>
              <a:lnSpc>
                <a:spcPct val="150000"/>
              </a:lnSpc>
            </a:pPr>
            <a:r>
              <a:rPr lang="ko-KR" altLang="en-US" dirty="0" err="1"/>
              <a:t>레포지토리</a:t>
            </a:r>
            <a:r>
              <a:rPr lang="ko-KR" altLang="en-US" dirty="0"/>
              <a:t> 내에 개인 작업 공간</a:t>
            </a:r>
            <a:r>
              <a:rPr lang="en-US" altLang="ko-KR" dirty="0"/>
              <a:t> </a:t>
            </a:r>
            <a:r>
              <a:rPr lang="ko-KR" altLang="en-US" dirty="0"/>
              <a:t>및 규칙을 정의하여 충돌 배제 </a:t>
            </a:r>
            <a:r>
              <a:rPr lang="en-US" altLang="ko-KR" dirty="0"/>
              <a:t>/ </a:t>
            </a:r>
            <a:r>
              <a:rPr lang="ko-KR" altLang="en-US" dirty="0"/>
              <a:t>병합이 쉽도록 함</a:t>
            </a:r>
            <a:endParaRPr lang="en-US" altLang="ko-KR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C793D3B-EC25-B702-E0E3-657AB3C82C8E}"/>
              </a:ext>
            </a:extLst>
          </p:cNvPr>
          <p:cNvSpPr txBox="1"/>
          <p:nvPr/>
        </p:nvSpPr>
        <p:spPr>
          <a:xfrm>
            <a:off x="449425" y="1108642"/>
            <a:ext cx="354992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협업 도구 </a:t>
            </a:r>
            <a:r>
              <a:rPr lang="en-US" altLang="ko-KR" sz="2400" dirty="0">
                <a:solidFill>
                  <a:schemeClr val="bg1"/>
                </a:solidFill>
              </a:rPr>
              <a:t>- </a:t>
            </a:r>
            <a:r>
              <a:rPr lang="en-US" altLang="ko-KR" sz="2400" dirty="0" err="1">
                <a:solidFill>
                  <a:schemeClr val="bg1"/>
                </a:solidFill>
              </a:rPr>
              <a:t>Github</a:t>
            </a:r>
            <a:r>
              <a:rPr lang="en-US" altLang="ko-KR" sz="2400" dirty="0">
                <a:solidFill>
                  <a:schemeClr val="bg1"/>
                </a:solidFill>
              </a:rPr>
              <a:t> Desktop</a:t>
            </a:r>
            <a:endParaRPr lang="ko-KR" altLang="en-US" sz="2400" dirty="0">
              <a:solidFill>
                <a:schemeClr val="bg1"/>
              </a:solidFill>
            </a:endParaRP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A626DEE3-92D8-C1B7-CA2A-E91C0CC615C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90847" y="3898964"/>
            <a:ext cx="2762953" cy="276295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8096987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spd="slow">
        <p159:morph option="byObject"/>
      </p:transition>
    </mc:Choice>
    <mc:Fallback xmlns="">
      <p:transition spd="slow">
        <p:fade/>
      </p:transition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9F668A-0187-E8F2-293C-A4C7AE5C7D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2A53FBB-ADF8-341D-532A-36AB71C102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ko-KR" altLang="en-US" dirty="0"/>
              <a:t>설계 페이지</a:t>
            </a:r>
          </a:p>
        </p:txBody>
      </p:sp>
      <p:pic>
        <p:nvPicPr>
          <p:cNvPr id="7" name="그림 6" descr="신발류, 스크린샷, 하늘, 사람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E83F068-54DC-E7B5-69EB-A1B74D94B4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1614" y="1115882"/>
            <a:ext cx="3858499" cy="1814700"/>
          </a:xfrm>
          <a:prstGeom prst="rect">
            <a:avLst/>
          </a:prstGeom>
        </p:spPr>
      </p:pic>
      <p:pic>
        <p:nvPicPr>
          <p:cNvPr id="9" name="그림 8" descr="텍스트, 스크린샷, 의류, 사람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458E3C6-5ABA-03D5-F894-6444B4E226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1614" y="1516769"/>
            <a:ext cx="3858499" cy="1838816"/>
          </a:xfrm>
          <a:prstGeom prst="rect">
            <a:avLst/>
          </a:prstGeom>
        </p:spPr>
      </p:pic>
      <p:pic>
        <p:nvPicPr>
          <p:cNvPr id="11" name="그림 10" descr="텍스트, 의류, 스크린샷, 사람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FB5D6C9-3348-265C-06F2-013B919120A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1614" y="1941772"/>
            <a:ext cx="3858499" cy="1834796"/>
          </a:xfrm>
          <a:prstGeom prst="rect">
            <a:avLst/>
          </a:prstGeom>
        </p:spPr>
      </p:pic>
      <p:pic>
        <p:nvPicPr>
          <p:cNvPr id="13" name="그림 12" descr="텍스트, 스크린샷, 소프트웨어, 사람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534F8FBE-9658-F774-6F48-AF5F6328712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1615" y="2362756"/>
            <a:ext cx="3858500" cy="1810681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8603ADB6-CEB7-838F-296B-1400617D7C15}"/>
              </a:ext>
            </a:extLst>
          </p:cNvPr>
          <p:cNvSpPr txBox="1"/>
          <p:nvPr/>
        </p:nvSpPr>
        <p:spPr>
          <a:xfrm>
            <a:off x="5883565" y="4867564"/>
            <a:ext cx="4895272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000" dirty="0">
                <a:solidFill>
                  <a:schemeClr val="bg1"/>
                </a:solidFill>
              </a:rPr>
              <a:t>메인 화면</a:t>
            </a:r>
            <a:r>
              <a:rPr lang="en-US" altLang="ko-KR" sz="3000" dirty="0">
                <a:solidFill>
                  <a:schemeClr val="bg1"/>
                </a:solidFill>
              </a:rPr>
              <a:t>(index.html) - </a:t>
            </a:r>
            <a:r>
              <a:rPr lang="ko-KR" altLang="en-US" sz="3000" dirty="0">
                <a:solidFill>
                  <a:schemeClr val="bg1"/>
                </a:solidFill>
              </a:rPr>
              <a:t>박세인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7E979CA-8046-376F-3507-A102E1A49BA3}"/>
              </a:ext>
            </a:extLst>
          </p:cNvPr>
          <p:cNvSpPr txBox="1"/>
          <p:nvPr/>
        </p:nvSpPr>
        <p:spPr>
          <a:xfrm>
            <a:off x="5438714" y="4867564"/>
            <a:ext cx="578497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000" dirty="0">
                <a:solidFill>
                  <a:schemeClr val="bg1"/>
                </a:solidFill>
              </a:rPr>
              <a:t>신상품 화면</a:t>
            </a:r>
            <a:r>
              <a:rPr lang="en-US" altLang="ko-KR" sz="3000" dirty="0">
                <a:solidFill>
                  <a:schemeClr val="bg1"/>
                </a:solidFill>
              </a:rPr>
              <a:t>(product.html) - </a:t>
            </a:r>
            <a:r>
              <a:rPr lang="ko-KR" altLang="en-US" sz="3000" dirty="0" err="1">
                <a:solidFill>
                  <a:schemeClr val="bg1"/>
                </a:solidFill>
              </a:rPr>
              <a:t>장해든</a:t>
            </a:r>
            <a:endParaRPr lang="ko-KR" altLang="en-US" sz="3000" dirty="0">
              <a:solidFill>
                <a:schemeClr val="bg1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8E2D9A8-5BC5-35D0-5FB2-EDECAE628F72}"/>
              </a:ext>
            </a:extLst>
          </p:cNvPr>
          <p:cNvSpPr txBox="1"/>
          <p:nvPr/>
        </p:nvSpPr>
        <p:spPr>
          <a:xfrm>
            <a:off x="5438714" y="4883536"/>
            <a:ext cx="578497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000" dirty="0">
                <a:solidFill>
                  <a:schemeClr val="bg1"/>
                </a:solidFill>
              </a:rPr>
              <a:t>상품 상세 화면</a:t>
            </a:r>
            <a:r>
              <a:rPr lang="en-US" altLang="ko-KR" sz="3000" dirty="0">
                <a:solidFill>
                  <a:schemeClr val="bg1"/>
                </a:solidFill>
              </a:rPr>
              <a:t>(detail.html) - </a:t>
            </a:r>
            <a:r>
              <a:rPr lang="ko-KR" altLang="en-US" sz="3000" dirty="0">
                <a:solidFill>
                  <a:schemeClr val="bg1"/>
                </a:solidFill>
              </a:rPr>
              <a:t>이현겸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759E8AD-108F-B50D-B225-1973CE776B48}"/>
              </a:ext>
            </a:extLst>
          </p:cNvPr>
          <p:cNvSpPr txBox="1"/>
          <p:nvPr/>
        </p:nvSpPr>
        <p:spPr>
          <a:xfrm>
            <a:off x="5438714" y="4848515"/>
            <a:ext cx="5784974" cy="55399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000" dirty="0">
                <a:solidFill>
                  <a:schemeClr val="bg1"/>
                </a:solidFill>
              </a:rPr>
              <a:t>장바구니 화면</a:t>
            </a:r>
            <a:r>
              <a:rPr lang="en-US" altLang="ko-KR" sz="3000" dirty="0">
                <a:solidFill>
                  <a:schemeClr val="bg1"/>
                </a:solidFill>
              </a:rPr>
              <a:t>(cart.html) - </a:t>
            </a:r>
            <a:r>
              <a:rPr lang="ko-KR" altLang="en-US" sz="3000" dirty="0" err="1">
                <a:solidFill>
                  <a:schemeClr val="bg1"/>
                </a:solidFill>
              </a:rPr>
              <a:t>송주창</a:t>
            </a:r>
            <a:endParaRPr lang="ko-KR" altLang="en-US" sz="30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770594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42" presetClass="path" presetSubtype="0" accel="10000" decel="62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58333E-6 2.59259E-6 L 0.49648 0.19097 " pathEditMode="relative" rAng="0" ptsTypes="AA">
                                      <p:cBhvr>
                                        <p:cTn id="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4818" y="9537"/>
                                    </p:animMotion>
                                  </p:childTnLst>
                                </p:cTn>
                              </p:par>
                              <p:par>
                                <p:cTn id="7" presetID="6" presetClass="emph" presetSubtype="0" decel="4900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8" dur="1000" fill="hold"/>
                                        <p:tgtEl>
                                          <p:spTgt spid="7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</p:cTn>
                              </p:par>
                              <p:par>
                                <p:cTn id="9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8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8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8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42" presetClass="path" presetSubtype="0" accel="13000" decel="64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58333E-6 -2.59259E-6 L 0.49414 0.13357 " pathEditMode="relative" rAng="0" ptsTypes="AA">
                                      <p:cBhvr>
                                        <p:cTn id="17" dur="10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4701" y="6667"/>
                                    </p:animMotion>
                                  </p:childTnLst>
                                </p:cTn>
                              </p:par>
                              <p:par>
                                <p:cTn id="18" presetID="53" presetClass="exit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19" dur="5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0" dur="500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21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24" dur="1000" fill="hold"/>
                                        <p:tgtEl>
                                          <p:spTgt spid="9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</p:cTn>
                              </p:par>
                              <p:par>
                                <p:cTn id="2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7" dur="8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8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9" dur="8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0" presetID="53" presetClass="exit" presetSubtype="3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31" dur="5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2" dur="500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33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42" presetClass="path" presetSubtype="0" accel="21000" decel="62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58333E-6 1.85185E-6 L 0.49609 0.06898 " pathEditMode="relative" rAng="0" ptsTypes="AA">
                                      <p:cBhvr>
                                        <p:cTn id="38" dur="10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4805" y="3449"/>
                                    </p:animMotion>
                                  </p:childTnLst>
                                </p:cTn>
                              </p:par>
                              <p:par>
                                <p:cTn id="39" presetID="53" presetClass="exit" presetSubtype="3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40" dur="5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1" dur="500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42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4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45" dur="1000" fill="hold"/>
                                        <p:tgtEl>
                                          <p:spTgt spid="11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</p:cTn>
                              </p:par>
                              <p:par>
                                <p:cTn id="46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8" dur="8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9" dur="8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0" dur="8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53" presetClass="exit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52" dur="5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3" dur="500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54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42" presetClass="path" presetSubtype="0" accel="13000" decel="6700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4.58333E-6 1.11111E-6 L 0.49687 0.01227 " pathEditMode="relative" rAng="0" ptsTypes="AA">
                                      <p:cBhvr>
                                        <p:cTn id="59" dur="100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24844" y="602"/>
                                    </p:animMotion>
                                  </p:childTnLst>
                                </p:cTn>
                              </p:par>
                              <p:par>
                                <p:cTn id="60" presetID="6" presetClass="emph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Scale>
                                      <p:cBhvr>
                                        <p:cTn id="61" dur="1000" fill="hold"/>
                                        <p:tgtEl>
                                          <p:spTgt spid="13"/>
                                        </p:tgtEl>
                                      </p:cBhvr>
                                      <p:by x="150000" y="150000"/>
                                    </p:animScale>
                                  </p:childTnLst>
                                </p:cTn>
                              </p:par>
                              <p:par>
                                <p:cTn id="62" presetID="53" presetClass="exit" presetSubtype="32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63" dur="5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4" dur="500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65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7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9" dur="8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0" dur="8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1" dur="8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2" presetID="53" presetClass="exit" presetSubtype="32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>
                                        <p:cTn id="73" dur="5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w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4" dur="500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h"/>
                                          </p:val>
                                        </p:tav>
                                        <p:tav tm="100000">
                                          <p:val>
                                            <p:fltVal val="0"/>
                                          </p:val>
                                        </p:tav>
                                      </p:tavLst>
                                    </p:anim>
                                    <p:animEffect transition="out" filter="fade">
                                      <p:cBhvr>
                                        <p:cTn id="7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4" grpId="1"/>
      <p:bldP spid="15" grpId="0"/>
      <p:bldP spid="15" grpId="1"/>
      <p:bldP spid="16" grpId="0"/>
      <p:bldP spid="16" grpId="1"/>
      <p:bldP spid="17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C5572D-E4EB-E08D-2597-4157E4D8ED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3394D1E-81B4-C30E-9FFB-2661923900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2800671" cy="869691"/>
          </a:xfrm>
        </p:spPr>
        <p:txBody>
          <a:bodyPr/>
          <a:lstStyle/>
          <a:p>
            <a:r>
              <a:rPr lang="en-US" altLang="ko-KR" dirty="0"/>
              <a:t>index.html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643A03F-FAF2-8E60-346F-689C0C8FC986}"/>
              </a:ext>
            </a:extLst>
          </p:cNvPr>
          <p:cNvSpPr txBox="1"/>
          <p:nvPr/>
        </p:nvSpPr>
        <p:spPr>
          <a:xfrm>
            <a:off x="449425" y="1108642"/>
            <a:ext cx="140919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설계 문서</a:t>
            </a:r>
          </a:p>
        </p:txBody>
      </p:sp>
      <p:pic>
        <p:nvPicPr>
          <p:cNvPr id="8" name="그림 7" descr="스크린샷, 도표, 텍스트, 직사각형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4409DB36-8B36-53A9-ED7E-F8D4A1FEC10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4466" y="273326"/>
            <a:ext cx="4803067" cy="63113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371782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DFD784-310D-3124-1221-1B70B07090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9A311E-8F87-20AD-02FF-934CBF87BC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index.html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6B5D309-15C9-F69D-A8F4-89D2DB8DB666}"/>
              </a:ext>
            </a:extLst>
          </p:cNvPr>
          <p:cNvSpPr txBox="1"/>
          <p:nvPr/>
        </p:nvSpPr>
        <p:spPr>
          <a:xfrm>
            <a:off x="449425" y="1108642"/>
            <a:ext cx="140919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구현 기능</a:t>
            </a:r>
          </a:p>
        </p:txBody>
      </p:sp>
    </p:spTree>
    <p:extLst>
      <p:ext uri="{BB962C8B-B14F-4D97-AF65-F5344CB8AC3E}">
        <p14:creationId xmlns:p14="http://schemas.microsoft.com/office/powerpoint/2010/main" val="37720224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631B25-8F8F-E9EE-8051-131E7991D8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B48D7AE-3E72-C792-6FA0-076B5B6125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product.html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3447252-4D3A-2CB3-C202-C9576DBB59E0}"/>
              </a:ext>
            </a:extLst>
          </p:cNvPr>
          <p:cNvSpPr txBox="1"/>
          <p:nvPr/>
        </p:nvSpPr>
        <p:spPr>
          <a:xfrm>
            <a:off x="449425" y="1108642"/>
            <a:ext cx="140919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설계 문서</a:t>
            </a:r>
          </a:p>
        </p:txBody>
      </p:sp>
      <p:pic>
        <p:nvPicPr>
          <p:cNvPr id="7" name="그림 6" descr="텍스트, 스크린샷, 도표, 평행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1CBF708-E71D-364D-2C61-601E2BDB0D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3897" y="305555"/>
            <a:ext cx="4804206" cy="62468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775952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EF3803-DE43-B467-EEAE-3D42476869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8D443C7-0686-7DE3-7439-C7FC959BFE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product.html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C9F6B62-16AE-78DB-BD81-DA19C63B0AEF}"/>
              </a:ext>
            </a:extLst>
          </p:cNvPr>
          <p:cNvSpPr txBox="1"/>
          <p:nvPr/>
        </p:nvSpPr>
        <p:spPr>
          <a:xfrm>
            <a:off x="449425" y="1108642"/>
            <a:ext cx="140919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설계 문서</a:t>
            </a:r>
          </a:p>
        </p:txBody>
      </p:sp>
      <p:pic>
        <p:nvPicPr>
          <p:cNvPr id="4" name="그림 3" descr="텍스트, 도표, 친필, 평면도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649400B-3330-F737-C68D-A800E127D0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1498" y="308113"/>
            <a:ext cx="4809003" cy="62417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83433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08E9CE-D8F1-D631-C237-1A45AB0B03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AD594E4-B32F-7C2E-5F53-A4FD2191DF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product.html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5EF7D88-7368-82AB-BD54-C86D041C0E80}"/>
              </a:ext>
            </a:extLst>
          </p:cNvPr>
          <p:cNvSpPr txBox="1"/>
          <p:nvPr/>
        </p:nvSpPr>
        <p:spPr>
          <a:xfrm>
            <a:off x="449425" y="1108642"/>
            <a:ext cx="140919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구현 기능</a:t>
            </a:r>
          </a:p>
        </p:txBody>
      </p:sp>
    </p:spTree>
    <p:extLst>
      <p:ext uri="{BB962C8B-B14F-4D97-AF65-F5344CB8AC3E}">
        <p14:creationId xmlns:p14="http://schemas.microsoft.com/office/powerpoint/2010/main" val="27398128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377EB7-B078-C6E6-3840-C72FE3C1C3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98FDF14-1B70-8388-7691-7DE9DDC275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detail.html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C0DEEAC-413F-14B0-28A0-A466DAFBECA5}"/>
              </a:ext>
            </a:extLst>
          </p:cNvPr>
          <p:cNvSpPr txBox="1"/>
          <p:nvPr/>
        </p:nvSpPr>
        <p:spPr>
          <a:xfrm>
            <a:off x="449425" y="1108642"/>
            <a:ext cx="140919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설계 문서</a:t>
            </a:r>
          </a:p>
        </p:txBody>
      </p:sp>
      <p:pic>
        <p:nvPicPr>
          <p:cNvPr id="3" name="그림 2" descr="텍스트, 스크린샷, 소프트웨어, 웹 페이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A17A6F78-7252-B439-4324-E1A63E6743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38" b="69248"/>
          <a:stretch>
            <a:fillRect/>
          </a:stretch>
        </p:blipFill>
        <p:spPr>
          <a:xfrm>
            <a:off x="3101009" y="651013"/>
            <a:ext cx="6136952" cy="55559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49645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B49C31-8233-C23C-CFE0-99DCAFE025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E290C7C-6851-3A37-1756-317F93B40B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detail.html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A3591DB-2B78-512D-7549-967581B6683F}"/>
              </a:ext>
            </a:extLst>
          </p:cNvPr>
          <p:cNvSpPr txBox="1"/>
          <p:nvPr/>
        </p:nvSpPr>
        <p:spPr>
          <a:xfrm>
            <a:off x="449425" y="1108642"/>
            <a:ext cx="140919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설계 문서</a:t>
            </a:r>
          </a:p>
        </p:txBody>
      </p:sp>
      <p:pic>
        <p:nvPicPr>
          <p:cNvPr id="4" name="그림 3" descr="텍스트, 스크린샷, 소프트웨어, 웹 페이지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8ED39CD-2E76-8266-67A6-AAEF44CD557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723" t="50000" r="4694" b="17229"/>
          <a:stretch>
            <a:fillRect/>
          </a:stretch>
        </p:blipFill>
        <p:spPr>
          <a:xfrm>
            <a:off x="3269974" y="459139"/>
            <a:ext cx="5784574" cy="61526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4714003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5001B1-25B9-7E29-86E7-5EF0D5A4E9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CE30E83-8407-2254-5794-4249E36883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detail.html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6A38840-161E-AAA4-BC33-2B6A452F1CD5}"/>
              </a:ext>
            </a:extLst>
          </p:cNvPr>
          <p:cNvSpPr txBox="1"/>
          <p:nvPr/>
        </p:nvSpPr>
        <p:spPr>
          <a:xfrm>
            <a:off x="449425" y="1108642"/>
            <a:ext cx="140919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구현 기능</a:t>
            </a:r>
          </a:p>
        </p:txBody>
      </p:sp>
    </p:spTree>
    <p:extLst>
      <p:ext uri="{BB962C8B-B14F-4D97-AF65-F5344CB8AC3E}">
        <p14:creationId xmlns:p14="http://schemas.microsoft.com/office/powerpoint/2010/main" val="133361598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B35EC3-8BEF-A945-2A49-0A9073C792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722EF8D-3F41-359F-60C3-69806BF891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cart.html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DDE704A-B1CE-CE61-3473-E0EEF1089015}"/>
              </a:ext>
            </a:extLst>
          </p:cNvPr>
          <p:cNvSpPr txBox="1"/>
          <p:nvPr/>
        </p:nvSpPr>
        <p:spPr>
          <a:xfrm>
            <a:off x="449425" y="1108642"/>
            <a:ext cx="140919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설계 문서</a:t>
            </a:r>
          </a:p>
        </p:txBody>
      </p:sp>
      <p:pic>
        <p:nvPicPr>
          <p:cNvPr id="4" name="그림 3" descr="텍스트, 의류, 사람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3D1E40A5-912C-2A09-075C-B79AFA33F15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4021" y="1948214"/>
            <a:ext cx="5277054" cy="2961571"/>
          </a:xfrm>
          <a:prstGeom prst="rect">
            <a:avLst/>
          </a:prstGeom>
        </p:spPr>
      </p:pic>
      <p:pic>
        <p:nvPicPr>
          <p:cNvPr id="7" name="그림 6" descr="텍스트, 스크린샷, 소프트웨어, 디자인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2B270A13-50A2-864E-DECE-7CBB28DE0E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79" y="362949"/>
            <a:ext cx="5277054" cy="2955311"/>
          </a:xfrm>
          <a:prstGeom prst="rect">
            <a:avLst/>
          </a:prstGeom>
        </p:spPr>
      </p:pic>
      <p:pic>
        <p:nvPicPr>
          <p:cNvPr id="8" name="그림 7" descr="텍스트, 스크린샷이(가) 표시된 사진&#10;&#10;AI 생성 콘텐츠는 정확하지 않을 수 있습니다.">
            <a:extLst>
              <a:ext uri="{FF2B5EF4-FFF2-40B4-BE49-F238E27FC236}">
                <a16:creationId xmlns:a16="http://schemas.microsoft.com/office/drawing/2014/main" id="{686B681C-C753-2F9C-833C-05F5BB67CE6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79" y="3523194"/>
            <a:ext cx="5277054" cy="2971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5176723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634E82-264E-6A88-49FF-F12F925A40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2B82700-CD40-0D4F-B9FB-9A2A559D99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9425" y="246191"/>
            <a:ext cx="5646575" cy="869691"/>
          </a:xfrm>
        </p:spPr>
        <p:txBody>
          <a:bodyPr/>
          <a:lstStyle/>
          <a:p>
            <a:r>
              <a:rPr lang="en-US" altLang="ko-KR" dirty="0"/>
              <a:t>cart.html</a:t>
            </a:r>
            <a:endParaRPr lang="ko-KR" alt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E0F89AF-7B75-99ED-37CC-801546F8B557}"/>
              </a:ext>
            </a:extLst>
          </p:cNvPr>
          <p:cNvSpPr txBox="1"/>
          <p:nvPr/>
        </p:nvSpPr>
        <p:spPr>
          <a:xfrm>
            <a:off x="449425" y="1108642"/>
            <a:ext cx="140919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400" dirty="0">
                <a:solidFill>
                  <a:schemeClr val="bg1"/>
                </a:solidFill>
              </a:rPr>
              <a:t>구현 기능</a:t>
            </a:r>
          </a:p>
        </p:txBody>
      </p:sp>
    </p:spTree>
    <p:extLst>
      <p:ext uri="{BB962C8B-B14F-4D97-AF65-F5344CB8AC3E}">
        <p14:creationId xmlns:p14="http://schemas.microsoft.com/office/powerpoint/2010/main" val="32345561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사용자 지정 1">
      <a:majorFont>
        <a:latin typeface="Do Hyeon"/>
        <a:ea typeface="Do Hyeon"/>
        <a:cs typeface=""/>
      </a:majorFont>
      <a:minorFont>
        <a:latin typeface="Do Hyeon"/>
        <a:ea typeface="Do Hyeon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89</TotalTime>
  <Words>180</Words>
  <Application>Microsoft Office PowerPoint</Application>
  <PresentationFormat>와이드스크린</PresentationFormat>
  <Paragraphs>47</Paragraphs>
  <Slides>15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15</vt:i4>
      </vt:variant>
    </vt:vector>
  </HeadingPairs>
  <TitlesOfParts>
    <vt:vector size="18" baseType="lpstr">
      <vt:lpstr>Do Hyeon</vt:lpstr>
      <vt:lpstr>Arial</vt:lpstr>
      <vt:lpstr>Office 테마</vt:lpstr>
      <vt:lpstr>PowerPoint 프레젠테이션</vt:lpstr>
      <vt:lpstr>목차</vt:lpstr>
      <vt:lpstr>프로젝트 개요</vt:lpstr>
      <vt:lpstr>프로젝트 개요</vt:lpstr>
      <vt:lpstr>설계 페이지</vt:lpstr>
      <vt:lpstr>index.html</vt:lpstr>
      <vt:lpstr>index.html</vt:lpstr>
      <vt:lpstr>product.html</vt:lpstr>
      <vt:lpstr>product.html</vt:lpstr>
      <vt:lpstr>product.html</vt:lpstr>
      <vt:lpstr>detail.html</vt:lpstr>
      <vt:lpstr>detail.html</vt:lpstr>
      <vt:lpstr>detail.html</vt:lpstr>
      <vt:lpstr>cart.html</vt:lpstr>
      <vt:lpstr>cart.html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현겸 이</dc:creator>
  <cp:lastModifiedBy>현겸 이</cp:lastModifiedBy>
  <cp:revision>4</cp:revision>
  <dcterms:created xsi:type="dcterms:W3CDTF">2026-02-25T02:04:35Z</dcterms:created>
  <dcterms:modified xsi:type="dcterms:W3CDTF">2026-02-25T03:50:50Z</dcterms:modified>
</cp:coreProperties>
</file>