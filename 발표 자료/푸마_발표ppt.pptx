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71" r:id="rId9"/>
    <p:sldId id="272" r:id="rId10"/>
    <p:sldId id="273" r:id="rId11"/>
    <p:sldId id="261" r:id="rId12"/>
    <p:sldId id="267" r:id="rId13"/>
    <p:sldId id="262" r:id="rId14"/>
    <p:sldId id="263" r:id="rId15"/>
    <p:sldId id="268" r:id="rId16"/>
    <p:sldId id="264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65" r:id="rId25"/>
    <p:sldId id="281" r:id="rId26"/>
    <p:sldId id="283" r:id="rId27"/>
    <p:sldId id="284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60"/>
  </p:normalViewPr>
  <p:slideViewPr>
    <p:cSldViewPr snapToGrid="0">
      <p:cViewPr varScale="1">
        <p:scale>
          <a:sx n="75" d="100"/>
          <a:sy n="75" d="100"/>
        </p:scale>
        <p:origin x="7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2A040-A451-4CB4-AE05-6BFDA0D12B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546922-AEB4-4E37-951D-32FCDADC0A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642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D6524-C5DF-4344-A05D-2AA082C8C1B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04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9465917" y="4134000"/>
            <a:ext cx="1478773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팀장 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0"/>
            <a:ext cx="7480852" cy="5172869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설계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시연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보완사항</a:t>
            </a:r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극도로 경계한다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0C41E-AE5E-7BA2-5892-324F3B3F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2195442"/>
            <a:ext cx="11717518" cy="5395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4B89C8-5629-6491-C836-094E23B30B9A}"/>
              </a:ext>
            </a:extLst>
          </p:cNvPr>
          <p:cNvSpPr/>
          <p:nvPr/>
        </p:nvSpPr>
        <p:spPr>
          <a:xfrm>
            <a:off x="424207" y="2266381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6C6AE-4CFE-057C-1C63-91979B91C7D0}"/>
              </a:ext>
            </a:extLst>
          </p:cNvPr>
          <p:cNvSpPr txBox="1"/>
          <p:nvPr/>
        </p:nvSpPr>
        <p:spPr>
          <a:xfrm>
            <a:off x="345863" y="1939368"/>
            <a:ext cx="516688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로고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1911C1-BFA2-C443-DB0F-71C38BFAECE9}"/>
              </a:ext>
            </a:extLst>
          </p:cNvPr>
          <p:cNvSpPr/>
          <p:nvPr/>
        </p:nvSpPr>
        <p:spPr>
          <a:xfrm>
            <a:off x="895543" y="2285235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7AC92-1552-9AD3-3BBB-EFE9B84B7D8E}"/>
              </a:ext>
            </a:extLst>
          </p:cNvPr>
          <p:cNvSpPr txBox="1"/>
          <p:nvPr/>
        </p:nvSpPr>
        <p:spPr>
          <a:xfrm>
            <a:off x="3157930" y="1934628"/>
            <a:ext cx="63674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/>
              <a:t>nav</a:t>
            </a:r>
            <a:r>
              <a:rPr lang="ko-KR" altLang="en-US" sz="1400" b="1" dirty="0"/>
              <a:t>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F6525B-C585-8729-6860-FD1667AB8165}"/>
              </a:ext>
            </a:extLst>
          </p:cNvPr>
          <p:cNvSpPr/>
          <p:nvPr/>
        </p:nvSpPr>
        <p:spPr>
          <a:xfrm>
            <a:off x="9942603" y="2294659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C54EAAE-E6A9-792B-C4BB-0E0E91D0AB33}"/>
              </a:ext>
            </a:extLst>
          </p:cNvPr>
          <p:cNvSpPr/>
          <p:nvPr/>
        </p:nvSpPr>
        <p:spPr>
          <a:xfrm>
            <a:off x="11407794" y="2294659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EE5C2-16CF-F297-E833-CC191942358B}"/>
              </a:ext>
            </a:extLst>
          </p:cNvPr>
          <p:cNvSpPr txBox="1"/>
          <p:nvPr/>
        </p:nvSpPr>
        <p:spPr>
          <a:xfrm>
            <a:off x="10315194" y="1966201"/>
            <a:ext cx="71417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err="1"/>
              <a:t>검색바</a:t>
            </a:r>
            <a:endParaRPr lang="ko-KR" alt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E4B71-9559-944F-F4E5-14710818F453}"/>
              </a:ext>
            </a:extLst>
          </p:cNvPr>
          <p:cNvSpPr txBox="1"/>
          <p:nvPr/>
        </p:nvSpPr>
        <p:spPr>
          <a:xfrm>
            <a:off x="11125099" y="1966202"/>
            <a:ext cx="92538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장바구니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1358534-6A68-8524-B79B-F8BCAF2DB11D}"/>
              </a:ext>
            </a:extLst>
          </p:cNvPr>
          <p:cNvGrpSpPr/>
          <p:nvPr/>
        </p:nvGrpSpPr>
        <p:grpSpPr>
          <a:xfrm>
            <a:off x="1256692" y="2824818"/>
            <a:ext cx="2705573" cy="1828305"/>
            <a:chOff x="903998" y="1907700"/>
            <a:chExt cx="2705573" cy="1828305"/>
          </a:xfrm>
        </p:grpSpPr>
        <p:pic>
          <p:nvPicPr>
            <p:cNvPr id="14" name="그림 13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23A2FF8-74EE-59E2-6875-DF64A9794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865BD9-2EE9-0E0C-23AD-2BE832164452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화면 사이즈 줄이면 </a:t>
              </a:r>
              <a:endParaRPr lang="en-US" altLang="ko-KR" sz="1400" dirty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메뉴 간격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글씨가 줄어듦</a:t>
              </a:r>
              <a:endParaRPr lang="en-US" altLang="ko-KR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06AF871B-44F8-D444-DE1A-BA3F075336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365C5F-9CB1-AF4E-35D1-9949C28CAE3E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6E60022-D1FD-AD98-AA58-91106903620F}"/>
              </a:ext>
            </a:extLst>
          </p:cNvPr>
          <p:cNvGrpSpPr/>
          <p:nvPr/>
        </p:nvGrpSpPr>
        <p:grpSpPr>
          <a:xfrm>
            <a:off x="8280555" y="2657414"/>
            <a:ext cx="3674204" cy="1571288"/>
            <a:chOff x="8270960" y="1737541"/>
            <a:chExt cx="3674204" cy="1571288"/>
          </a:xfrm>
        </p:grpSpPr>
        <p:pic>
          <p:nvPicPr>
            <p:cNvPr id="19" name="그림 1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404E82F-E885-5D4F-45C3-542BF25BF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4E194E52-14D8-6890-4896-A4FC8FD35F33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D9D8088-BAC8-405C-CBB6-9494BB1F5569}"/>
                </a:ext>
              </a:extLst>
            </p:cNvPr>
            <p:cNvSpPr txBox="1"/>
            <p:nvPr/>
          </p:nvSpPr>
          <p:spPr>
            <a:xfrm>
              <a:off x="8270960" y="2161795"/>
              <a:ext cx="231986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아이콘 클릭 시 </a:t>
              </a:r>
              <a:r>
                <a:rPr lang="en-US" altLang="ko-KR" sz="1400" dirty="0">
                  <a:solidFill>
                    <a:schemeClr val="bg1"/>
                  </a:solidFill>
                </a:rPr>
                <a:t>cart.html</a:t>
              </a:r>
              <a:r>
                <a:rPr lang="ko-KR" altLang="en-US" sz="1400" dirty="0">
                  <a:solidFill>
                    <a:schemeClr val="bg1"/>
                  </a:solidFill>
                </a:rPr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0652-A485-CF19-5232-935DD7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55C11-FE62-25D5-DBDC-B2D21822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AA4D-5053-9553-57F1-D7CB01DE61A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69C3C56-59F4-A9DA-D123-052D9BE8C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978333"/>
            <a:ext cx="11717518" cy="1429052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C12634-53CC-E0F3-C816-F8F63A8C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18" y="3535601"/>
            <a:ext cx="2190161" cy="20024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5017556-1956-B3E7-4BCE-0B23F851B141}"/>
              </a:ext>
            </a:extLst>
          </p:cNvPr>
          <p:cNvSpPr txBox="1"/>
          <p:nvPr/>
        </p:nvSpPr>
        <p:spPr>
          <a:xfrm>
            <a:off x="1309562" y="3941912"/>
            <a:ext cx="3190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메뉴에 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 드롭다운 메뉴 표시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6B0E485-436B-7AD2-1DC1-3515693A0C1E}"/>
              </a:ext>
            </a:extLst>
          </p:cNvPr>
          <p:cNvSpPr/>
          <p:nvPr/>
        </p:nvSpPr>
        <p:spPr>
          <a:xfrm>
            <a:off x="6228454" y="4754223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26" name="그림 25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30C99D-92B9-47FF-C408-1EC0CC356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615" y="3536309"/>
            <a:ext cx="1952898" cy="73352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4EC029E-E98C-B70D-EEBF-E192DA9AA8C4}"/>
              </a:ext>
            </a:extLst>
          </p:cNvPr>
          <p:cNvSpPr txBox="1"/>
          <p:nvPr/>
        </p:nvSpPr>
        <p:spPr>
          <a:xfrm>
            <a:off x="8369580" y="4409833"/>
            <a:ext cx="2923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Opacity</a:t>
            </a:r>
            <a:r>
              <a:rPr lang="ko-KR" altLang="en-US" sz="1400" dirty="0">
                <a:solidFill>
                  <a:schemeClr val="bg1"/>
                </a:solidFill>
              </a:rPr>
              <a:t>와 </a:t>
            </a:r>
            <a:r>
              <a:rPr lang="en-US" altLang="ko-KR" sz="1400" dirty="0">
                <a:solidFill>
                  <a:schemeClr val="bg1"/>
                </a:solidFill>
              </a:rPr>
              <a:t>hidden</a:t>
            </a:r>
            <a:r>
              <a:rPr lang="ko-KR" altLang="en-US" sz="1400" dirty="0">
                <a:solidFill>
                  <a:schemeClr val="bg1"/>
                </a:solidFill>
              </a:rPr>
              <a:t>으로 보이지 않게 해두고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보이도록 함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F34B35-0447-612B-ED99-99FE99227766}"/>
              </a:ext>
            </a:extLst>
          </p:cNvPr>
          <p:cNvSpPr/>
          <p:nvPr/>
        </p:nvSpPr>
        <p:spPr>
          <a:xfrm>
            <a:off x="237240" y="2512860"/>
            <a:ext cx="11717517" cy="882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45C432E-242C-F02D-B329-B53731F17A6A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2904722" y="3429000"/>
            <a:ext cx="1" cy="5129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6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8E2D-D605-686C-0C58-A71777DC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8786A-5814-0793-7702-0E389B76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75666-1539-1CA3-588D-F32A5EC6415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메인 컨텐츠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1FCCCA-231E-ED45-3C99-F0023EEA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4166"/>
            <a:ext cx="5837492" cy="219981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1977981-8770-87E8-0D14-43DDCBBEEAE2}"/>
              </a:ext>
            </a:extLst>
          </p:cNvPr>
          <p:cNvGrpSpPr/>
          <p:nvPr/>
        </p:nvGrpSpPr>
        <p:grpSpPr>
          <a:xfrm>
            <a:off x="347721" y="1644073"/>
            <a:ext cx="4221602" cy="4566226"/>
            <a:chOff x="347720" y="1052974"/>
            <a:chExt cx="5218133" cy="5667375"/>
          </a:xfrm>
        </p:grpSpPr>
        <p:pic>
          <p:nvPicPr>
            <p:cNvPr id="7" name="그림 6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10F397F-0273-153D-462D-41638FE86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5947886-4543-EDB2-B698-7B750E32FCAA}"/>
                </a:ext>
              </a:extLst>
            </p:cNvPr>
            <p:cNvGrpSpPr/>
            <p:nvPr/>
          </p:nvGrpSpPr>
          <p:grpSpPr>
            <a:xfrm>
              <a:off x="347720" y="1052974"/>
              <a:ext cx="4156882" cy="5667375"/>
              <a:chOff x="347720" y="1052974"/>
              <a:chExt cx="4156882" cy="5667375"/>
            </a:xfrm>
          </p:grpSpPr>
          <p:pic>
            <p:nvPicPr>
              <p:cNvPr id="9" name="그림 8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FBE341-A840-99FA-EC79-F409B7FFC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15EE909-1434-9449-BA46-10002D9BDCA3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11" name="직선 화살표 연결선 10">
                <a:extLst>
                  <a:ext uri="{FF2B5EF4-FFF2-40B4-BE49-F238E27FC236}">
                    <a16:creationId xmlns:a16="http://schemas.microsoft.com/office/drawing/2014/main" id="{2521EB55-4A4E-E892-1514-00062E472B08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08AEAF-122E-2169-7A7E-B7BB07143EB8}"/>
                  </a:ext>
                </a:extLst>
              </p:cNvPr>
              <p:cNvSpPr txBox="1"/>
              <p:nvPr/>
            </p:nvSpPr>
            <p:spPr>
              <a:xfrm>
                <a:off x="1934419" y="5622295"/>
                <a:ext cx="2570183" cy="381998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b="1" dirty="0"/>
                  <a:t>클릭 시 </a:t>
                </a:r>
                <a:r>
                  <a:rPr lang="en-US" altLang="ko-KR" sz="1400" b="1" dirty="0"/>
                  <a:t>detail.html</a:t>
                </a:r>
                <a:r>
                  <a:rPr lang="ko-KR" altLang="en-US" sz="1400" b="1" dirty="0"/>
                  <a:t>로 이동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6B50D48-68DA-9AAE-CE04-4F09FF46499E}"/>
              </a:ext>
            </a:extLst>
          </p:cNvPr>
          <p:cNvSpPr txBox="1"/>
          <p:nvPr/>
        </p:nvSpPr>
        <p:spPr>
          <a:xfrm>
            <a:off x="5138767" y="5303847"/>
            <a:ext cx="2295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cloneNode</a:t>
            </a:r>
            <a:r>
              <a:rPr lang="en-US" altLang="ko-KR" sz="1400" dirty="0">
                <a:solidFill>
                  <a:schemeClr val="bg1"/>
                </a:solidFill>
              </a:rPr>
              <a:t>()</a:t>
            </a:r>
            <a:r>
              <a:rPr lang="ko-KR" altLang="en-US" sz="1400" dirty="0">
                <a:solidFill>
                  <a:schemeClr val="bg1"/>
                </a:solidFill>
              </a:rPr>
              <a:t>로 앞뒤에 카드 복제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DB94C-E985-8A63-3B24-FB63AADC0CFC}"/>
              </a:ext>
            </a:extLst>
          </p:cNvPr>
          <p:cNvSpPr txBox="1"/>
          <p:nvPr/>
        </p:nvSpPr>
        <p:spPr>
          <a:xfrm>
            <a:off x="5087812" y="2529694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주요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C738A6B-D5B9-D2D8-F6D5-9400995ADD00}"/>
              </a:ext>
            </a:extLst>
          </p:cNvPr>
          <p:cNvCxnSpPr>
            <a:stCxn id="4" idx="1"/>
            <a:endCxn id="14" idx="0"/>
          </p:cNvCxnSpPr>
          <p:nvPr/>
        </p:nvCxnSpPr>
        <p:spPr>
          <a:xfrm rot="10800000" flipV="1">
            <a:off x="5571278" y="1644072"/>
            <a:ext cx="524722" cy="885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64635B9-B2D9-18CF-D6EC-095A4C1AF5FF}"/>
              </a:ext>
            </a:extLst>
          </p:cNvPr>
          <p:cNvGrpSpPr/>
          <p:nvPr/>
        </p:nvGrpSpPr>
        <p:grpSpPr>
          <a:xfrm>
            <a:off x="5237692" y="2896508"/>
            <a:ext cx="6629126" cy="2104776"/>
            <a:chOff x="5369534" y="2668139"/>
            <a:chExt cx="6781756" cy="2210754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786B31A-01A6-304C-7C80-EEE3CFC8BC94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19" name="그림 18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7BB409F3-0145-C5EC-BA79-B1121F1E41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20" name="그림 19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14416486-26A0-8076-C406-5599644C1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18" name="그림 1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0639CA-9FC5-4281-562C-831092E37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78F27B4-33C3-65F1-B6F3-7C0C33BC8B82}"/>
              </a:ext>
            </a:extLst>
          </p:cNvPr>
          <p:cNvCxnSpPr>
            <a:cxnSpLocks/>
          </p:cNvCxnSpPr>
          <p:nvPr/>
        </p:nvCxnSpPr>
        <p:spPr>
          <a:xfrm flipV="1">
            <a:off x="9409367" y="614022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B66B33-E7A4-D7F5-6789-095788ABB4AE}"/>
              </a:ext>
            </a:extLst>
          </p:cNvPr>
          <p:cNvSpPr txBox="1"/>
          <p:nvPr/>
        </p:nvSpPr>
        <p:spPr>
          <a:xfrm>
            <a:off x="9409367" y="297187"/>
            <a:ext cx="24416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Mouse hover </a:t>
            </a:r>
            <a:r>
              <a:rPr lang="ko-KR" altLang="en-US" sz="1400" dirty="0"/>
              <a:t>시 화살표 버튼 표시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DDD2F-61E5-D8B8-C6F5-12AE5F527E19}"/>
              </a:ext>
            </a:extLst>
          </p:cNvPr>
          <p:cNvSpPr txBox="1"/>
          <p:nvPr/>
        </p:nvSpPr>
        <p:spPr>
          <a:xfrm>
            <a:off x="7208020" y="5670662"/>
            <a:ext cx="2598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bg1"/>
                </a:solidFill>
              </a:rPr>
              <a:t>transitionend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이벤트를 활용한 순환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DC029-F1EA-D1BD-12E2-7D99B18B6A6B}"/>
              </a:ext>
            </a:extLst>
          </p:cNvPr>
          <p:cNvSpPr txBox="1"/>
          <p:nvPr/>
        </p:nvSpPr>
        <p:spPr>
          <a:xfrm>
            <a:off x="9945004" y="5978439"/>
            <a:ext cx="1655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슬라이드 애니메이션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FA92C3-55EC-74B2-A7FF-E5B7B0612AE1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6286392" y="4990868"/>
            <a:ext cx="0" cy="3129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A18487-B88D-2817-5B6C-6989BE7FF5B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8507095" y="4990867"/>
            <a:ext cx="0" cy="6797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67BF705-F730-6BC8-44CE-EEF03D207CC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10772958" y="5001284"/>
            <a:ext cx="0" cy="9771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853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6887-9CDA-1202-3589-2A430C5C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D602C-D16F-52BE-B9A0-7D10C3E8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22882-0882-7F62-A375-08F978117C88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푸터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2DF27C1-AE9D-F764-AB3E-19E1118E5736}"/>
              </a:ext>
            </a:extLst>
          </p:cNvPr>
          <p:cNvGrpSpPr/>
          <p:nvPr/>
        </p:nvGrpSpPr>
        <p:grpSpPr>
          <a:xfrm>
            <a:off x="360973" y="1938635"/>
            <a:ext cx="4606953" cy="3297296"/>
            <a:chOff x="0" y="1315620"/>
            <a:chExt cx="6096000" cy="3348793"/>
          </a:xfrm>
        </p:grpSpPr>
        <p:pic>
          <p:nvPicPr>
            <p:cNvPr id="22" name="그림 21" descr="스크린샷, 텍스트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4DB6D4C-755E-39E4-49F7-718D96B59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15620"/>
              <a:ext cx="6096000" cy="2375482"/>
            </a:xfrm>
            <a:prstGeom prst="rect">
              <a:avLst/>
            </a:prstGeom>
          </p:spPr>
        </p:pic>
        <p:pic>
          <p:nvPicPr>
            <p:cNvPr id="23" name="그림 22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932BCA2-E48F-0992-5A53-A65B41F52D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691102"/>
              <a:ext cx="6096000" cy="973311"/>
            </a:xfrm>
            <a:prstGeom prst="rect">
              <a:avLst/>
            </a:prstGeom>
          </p:spPr>
        </p:pic>
      </p:grp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488B69E0-B721-4BC1-D9F6-D32929B8E930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 flipV="1">
            <a:off x="1146600" y="2381855"/>
            <a:ext cx="4664958" cy="15593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5" name="그림 2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26F79-0FDF-9EDA-E7EE-83F92E91D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558" y="999947"/>
            <a:ext cx="6019469" cy="27638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A4FE9D-2682-5ECE-9D16-353DEACC6D5C}"/>
              </a:ext>
            </a:extLst>
          </p:cNvPr>
          <p:cNvSpPr txBox="1"/>
          <p:nvPr/>
        </p:nvSpPr>
        <p:spPr>
          <a:xfrm>
            <a:off x="4649863" y="1765804"/>
            <a:ext cx="1066318" cy="523220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</a:t>
            </a:r>
            <a:endParaRPr lang="en-US" altLang="ko-KR" sz="1400" dirty="0"/>
          </a:p>
          <a:p>
            <a:pPr algn="ctr"/>
            <a:r>
              <a:rPr lang="ko-KR" altLang="en-US" sz="1400" dirty="0" err="1"/>
              <a:t>모달창</a:t>
            </a:r>
            <a:r>
              <a:rPr lang="ko-KR" altLang="en-US" sz="1400" dirty="0"/>
              <a:t> 띄우기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094FB48-48D3-ABF8-8B7D-024CDFCD8A39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6192501" y="1275473"/>
            <a:ext cx="190755" cy="1326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D080D9D-DF8B-5713-4EF0-CA2012341F91}"/>
              </a:ext>
            </a:extLst>
          </p:cNvPr>
          <p:cNvSpPr txBox="1"/>
          <p:nvPr/>
        </p:nvSpPr>
        <p:spPr>
          <a:xfrm>
            <a:off x="5960883" y="2649397"/>
            <a:ext cx="1620957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</a:t>
            </a:r>
            <a:r>
              <a:rPr lang="en-US" altLang="ko-KR" sz="1400" dirty="0"/>
              <a:t>main</a:t>
            </a:r>
            <a:r>
              <a:rPr lang="ko-KR" altLang="en-US" sz="1400" dirty="0"/>
              <a:t>페이지로</a:t>
            </a:r>
          </a:p>
        </p:txBody>
      </p:sp>
      <p:pic>
        <p:nvPicPr>
          <p:cNvPr id="29" name="그림 2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BDC30F-11B1-62DC-DF13-8E1149438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350" y="3923146"/>
            <a:ext cx="3268524" cy="2692172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336D755-04DB-C5A0-906E-8A64C0812B0A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11048214" y="1207909"/>
            <a:ext cx="622036" cy="1173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A0EC21-898D-8589-4833-234659F5BFC5}"/>
              </a:ext>
            </a:extLst>
          </p:cNvPr>
          <p:cNvSpPr/>
          <p:nvPr/>
        </p:nvSpPr>
        <p:spPr>
          <a:xfrm>
            <a:off x="6001746" y="948173"/>
            <a:ext cx="381509" cy="327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8B665A1-2CE1-E618-8662-3B134215E0FB}"/>
              </a:ext>
            </a:extLst>
          </p:cNvPr>
          <p:cNvSpPr/>
          <p:nvPr/>
        </p:nvSpPr>
        <p:spPr>
          <a:xfrm>
            <a:off x="11535560" y="970390"/>
            <a:ext cx="269380" cy="237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4D1738-D8F5-6160-299D-947ED28D44FB}"/>
              </a:ext>
            </a:extLst>
          </p:cNvPr>
          <p:cNvSpPr txBox="1"/>
          <p:nvPr/>
        </p:nvSpPr>
        <p:spPr>
          <a:xfrm>
            <a:off x="10407526" y="2411411"/>
            <a:ext cx="1175323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창 닫힘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5AE006-9DBB-FFD2-E77A-A93C227ED3CC}"/>
              </a:ext>
            </a:extLst>
          </p:cNvPr>
          <p:cNvSpPr txBox="1"/>
          <p:nvPr/>
        </p:nvSpPr>
        <p:spPr>
          <a:xfrm>
            <a:off x="6293329" y="3923146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모달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6AF001B-F353-D30E-41F6-A0B36AADCF13}"/>
              </a:ext>
            </a:extLst>
          </p:cNvPr>
          <p:cNvSpPr/>
          <p:nvPr/>
        </p:nvSpPr>
        <p:spPr>
          <a:xfrm>
            <a:off x="333451" y="3781493"/>
            <a:ext cx="813149" cy="3194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503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4" y="1108642"/>
            <a:ext cx="25945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C6DF7-E248-BC42-8544-89CE6ADB84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객체를 이용한 </a:t>
            </a:r>
            <a:r>
              <a:rPr lang="en-US" altLang="ko-KR" sz="2400" dirty="0" err="1">
                <a:solidFill>
                  <a:schemeClr val="bg1"/>
                </a:solidFill>
              </a:rPr>
              <a:t>js</a:t>
            </a:r>
            <a:r>
              <a:rPr lang="ko-KR" altLang="en-US" sz="2400" dirty="0">
                <a:solidFill>
                  <a:schemeClr val="bg1"/>
                </a:solidFill>
              </a:rPr>
              <a:t> 데이터베이스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생성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B4795B-42C5-2587-00D3-0DF634BD1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ACA6BF-68C9-443B-B073-92F2A663E368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319E2F-7998-5DE6-73E9-8E3C135EDA16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A7B58-A197-9239-EB14-75B491FC7996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B3ECBA-A2AB-1C72-66A3-2BD0281F0419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93E5B-C26F-E812-2743-3110B3535796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B27789-7660-28F6-2CF2-75CD244E9B1A}"/>
              </a:ext>
            </a:extLst>
          </p:cNvPr>
          <p:cNvSpPr/>
          <p:nvPr/>
        </p:nvSpPr>
        <p:spPr>
          <a:xfrm>
            <a:off x="5223800" y="6116463"/>
            <a:ext cx="1739303" cy="58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32889B-7BA8-86BC-F7B1-828E34E090B3}"/>
              </a:ext>
            </a:extLst>
          </p:cNvPr>
          <p:cNvSpPr txBox="1"/>
          <p:nvPr/>
        </p:nvSpPr>
        <p:spPr>
          <a:xfrm>
            <a:off x="5661891" y="535899"/>
            <a:ext cx="142725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상품별 객체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173CFB-881F-F97E-F95D-E0CA4D77EDC8}"/>
              </a:ext>
            </a:extLst>
          </p:cNvPr>
          <p:cNvSpPr/>
          <p:nvPr/>
        </p:nvSpPr>
        <p:spPr>
          <a:xfrm>
            <a:off x="7630510" y="572890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8ED040F-E748-C8D2-E404-7B7C12EC2FA2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7089147" y="689788"/>
            <a:ext cx="541363" cy="28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045617-5979-978D-78EB-72D08AA1A19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0ABF-E2B6-67C1-0309-D91E0AF6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FCE96-62ED-6EB6-F930-74536D381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213128-AAC9-A93E-099F-5B66C1FF4E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67C89-5CAE-5550-D356-C0815490921C}"/>
              </a:ext>
            </a:extLst>
          </p:cNvPr>
          <p:cNvSpPr txBox="1"/>
          <p:nvPr/>
        </p:nvSpPr>
        <p:spPr>
          <a:xfrm>
            <a:off x="4705450" y="437589"/>
            <a:ext cx="25677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받은 </a:t>
            </a:r>
            <a:r>
              <a:rPr lang="en-US" altLang="ko-KR" sz="1400" dirty="0"/>
              <a:t>id</a:t>
            </a:r>
            <a:r>
              <a:rPr lang="ko-KR" altLang="en-US" sz="1400" dirty="0"/>
              <a:t>로 객체 속성을 받아와</a:t>
            </a:r>
            <a:r>
              <a:rPr lang="en-US" altLang="ko-KR" sz="1400" dirty="0" err="1"/>
              <a:t>innerHTML</a:t>
            </a:r>
            <a:r>
              <a:rPr lang="en-US" altLang="ko-KR" sz="1400" dirty="0"/>
              <a:t> </a:t>
            </a:r>
            <a:r>
              <a:rPr lang="ko-KR" altLang="en-US" sz="1400" dirty="0"/>
              <a:t>을 활용해 동적으로 변경</a:t>
            </a:r>
          </a:p>
        </p:txBody>
      </p:sp>
      <p:pic>
        <p:nvPicPr>
          <p:cNvPr id="6" name="그림 5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00B813-EDA8-9781-07E6-0940C349A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4BE215-E935-EF24-2247-B69E47425007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8AE5CCE-E550-F5F6-BF34-3D6E0B436B9B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9A94C9-E34F-4CE4-2F99-517D074AC19D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A99E980-E0AB-34A2-47B9-9C83E30B946F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241F381-6070-7E15-004D-DDDC2D41AFBC}"/>
              </a:ext>
            </a:extLst>
          </p:cNvPr>
          <p:cNvCxnSpPr>
            <a:cxnSpLocks/>
          </p:cNvCxnSpPr>
          <p:nvPr/>
        </p:nvCxnSpPr>
        <p:spPr>
          <a:xfrm flipV="1">
            <a:off x="7273159" y="1345324"/>
            <a:ext cx="746234" cy="4908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CCDE3CC-B817-A0AB-F18B-832CAC5E9CBA}"/>
              </a:ext>
            </a:extLst>
          </p:cNvPr>
          <p:cNvCxnSpPr>
            <a:cxnSpLocks/>
          </p:cNvCxnSpPr>
          <p:nvPr/>
        </p:nvCxnSpPr>
        <p:spPr>
          <a:xfrm flipV="1">
            <a:off x="7273159" y="1566041"/>
            <a:ext cx="746234" cy="270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2F05312-F7BC-8462-784C-422F3B6D529D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5538951" y="1755228"/>
            <a:ext cx="2480442" cy="776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C44D27F-9BAB-21F2-2672-7BF040CB532A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778062" y="3132014"/>
            <a:ext cx="2241331" cy="5991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B3E6DF-C184-9C79-2B1A-E05E9A339D72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419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7D54-2CC3-39FE-D9A5-B58911821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EEBF-60C6-30CB-DCDC-A20C3EC7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6058-1CCD-F586-E9EA-C7901E813E2B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보여주기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958D-0339-26CD-10C0-C719A3A36F4F}"/>
              </a:ext>
            </a:extLst>
          </p:cNvPr>
          <p:cNvSpPr txBox="1"/>
          <p:nvPr/>
        </p:nvSpPr>
        <p:spPr>
          <a:xfrm>
            <a:off x="6096000" y="545310"/>
            <a:ext cx="117715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Swiper </a:t>
            </a:r>
            <a:r>
              <a:rPr lang="ko-KR" altLang="en-US" sz="1400" dirty="0"/>
              <a:t>사용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D38556-8909-9F8A-AB10-6241F979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9BAA97F-1E86-034B-C962-F28214E3C1CC}"/>
              </a:ext>
            </a:extLst>
          </p:cNvPr>
          <p:cNvSpPr/>
          <p:nvPr/>
        </p:nvSpPr>
        <p:spPr>
          <a:xfrm>
            <a:off x="4884842" y="3870006"/>
            <a:ext cx="2521188" cy="1108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3B17F3F-FE49-74C9-DD93-1620853D5F78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 flipV="1">
            <a:off x="7406030" y="3791527"/>
            <a:ext cx="814334" cy="632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18F24A-F359-5503-A09C-A011AE63E4D3}"/>
              </a:ext>
            </a:extLst>
          </p:cNvPr>
          <p:cNvSpPr txBox="1"/>
          <p:nvPr/>
        </p:nvSpPr>
        <p:spPr>
          <a:xfrm>
            <a:off x="7406030" y="487845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detail.css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CCEF9-EF68-C2C3-4806-50C3C889963F}"/>
              </a:ext>
            </a:extLst>
          </p:cNvPr>
          <p:cNvSpPr txBox="1"/>
          <p:nvPr/>
        </p:nvSpPr>
        <p:spPr>
          <a:xfrm>
            <a:off x="8220364" y="1016825"/>
            <a:ext cx="3759200" cy="554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--swiper-navigation-size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--swiper-navigation-color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#000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display: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flex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flex-direction: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column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font-size: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12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img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swiper-button-next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swiper-button-prev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font-weight: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900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0318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4983-74B6-7FD7-F264-20FBCEC0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1B547-39C4-3273-287C-C19B195EC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01891-F3AF-A345-AD19-E979D83B5635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사이즈 선택 박스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AE0234-2B06-5955-8B1F-B5EFD8104ABF}"/>
              </a:ext>
            </a:extLst>
          </p:cNvPr>
          <p:cNvSpPr txBox="1"/>
          <p:nvPr/>
        </p:nvSpPr>
        <p:spPr>
          <a:xfrm>
            <a:off x="4433456" y="437588"/>
            <a:ext cx="283970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카테고리에 따른 사이즈 박스 동적 변환</a:t>
            </a:r>
            <a:endParaRPr lang="en-US" altLang="ko-KR" sz="1400" dirty="0"/>
          </a:p>
          <a:p>
            <a:pPr algn="ctr"/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용품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8CC2F6-AA29-5969-8880-25F19A4453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473D0-C7E3-7BD1-5F68-E1AC81C5C52A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5A6C7F-2497-F7F6-6729-B5B0D1D8E39E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FCCA34-8110-1914-2072-CDA44BB8EC3D}"/>
              </a:ext>
            </a:extLst>
          </p:cNvPr>
          <p:cNvCxnSpPr>
            <a:cxnSpLocks/>
          </p:cNvCxnSpPr>
          <p:nvPr/>
        </p:nvCxnSpPr>
        <p:spPr>
          <a:xfrm flipV="1">
            <a:off x="7207311" y="2102069"/>
            <a:ext cx="1085351" cy="362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5C3666-5826-21E7-4977-24F1C781D20D}"/>
              </a:ext>
            </a:extLst>
          </p:cNvPr>
          <p:cNvSpPr/>
          <p:nvPr/>
        </p:nvSpPr>
        <p:spPr>
          <a:xfrm>
            <a:off x="7997058" y="1862521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B8384-C833-B096-9CFE-1E8F685F39A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544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56C6-E0E7-68DE-87CE-56506E15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674D9-D1D0-3357-2D03-3792EFDA1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8A614-4CA9-5622-421F-ECFAA6EFC566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– </a:t>
            </a:r>
            <a:r>
              <a:rPr lang="ko-KR" altLang="en-US" sz="2400" dirty="0">
                <a:solidFill>
                  <a:schemeClr val="bg1"/>
                </a:solidFill>
              </a:rPr>
              <a:t>장바구니에 추가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F0603B-8C46-E821-896A-7FDBA509ADAE}"/>
              </a:ext>
            </a:extLst>
          </p:cNvPr>
          <p:cNvSpPr txBox="1"/>
          <p:nvPr/>
        </p:nvSpPr>
        <p:spPr>
          <a:xfrm>
            <a:off x="3888510" y="437588"/>
            <a:ext cx="338465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장바구니 추가 버튼을 누르면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</a:t>
            </a:r>
            <a:r>
              <a:rPr lang="en-US" altLang="ko-KR" sz="1400" dirty="0"/>
              <a:t>id, </a:t>
            </a:r>
            <a:r>
              <a:rPr lang="ko-KR" altLang="en-US" sz="1400" dirty="0"/>
              <a:t>사이즈</a:t>
            </a:r>
            <a:r>
              <a:rPr lang="en-US" altLang="ko-KR" sz="1400" dirty="0"/>
              <a:t>, </a:t>
            </a:r>
            <a:r>
              <a:rPr lang="ko-KR" altLang="en-US" sz="1400" dirty="0"/>
              <a:t>수량</a:t>
            </a:r>
            <a:r>
              <a:rPr lang="en-US" altLang="ko-KR" sz="1400" dirty="0"/>
              <a:t> </a:t>
            </a:r>
            <a:r>
              <a:rPr lang="ko-KR" altLang="en-US" sz="1400" dirty="0"/>
              <a:t>정보를 </a:t>
            </a:r>
            <a:r>
              <a:rPr lang="en-US" altLang="ko-KR" sz="1400" dirty="0"/>
              <a:t>cart.html</a:t>
            </a:r>
            <a:r>
              <a:rPr lang="ko-KR" altLang="en-US" sz="1400" dirty="0"/>
              <a:t>로 전송함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2C086F-80B0-081A-8CAE-7AFFCC8B6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0F84B2-5176-8FEA-69F9-689A7697AE21}"/>
              </a:ext>
            </a:extLst>
          </p:cNvPr>
          <p:cNvSpPr/>
          <p:nvPr/>
        </p:nvSpPr>
        <p:spPr>
          <a:xfrm>
            <a:off x="5226348" y="6116463"/>
            <a:ext cx="1739303" cy="34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595F30-50A1-DC1B-0A6F-AC38ABAB0609}"/>
              </a:ext>
            </a:extLst>
          </p:cNvPr>
          <p:cNvSpPr txBox="1"/>
          <p:nvPr/>
        </p:nvSpPr>
        <p:spPr>
          <a:xfrm>
            <a:off x="7535918" y="880319"/>
            <a:ext cx="4482371" cy="5528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현재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URL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에서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가져오기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parseInt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params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사이즈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라디오 버튼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selectedSizeElement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'input[name="product-size"]:checked'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3.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수량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드롭다운 버튼의 텍스트 숫자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quantityText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'.drop-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btn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innerText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trim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기존 장바구니 데이터를 가져오거나 없으면 빈 배열 생성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JSON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localStorage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"cart"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[];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동일한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와 동일한 사이즈가 이미 있는지 확인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existingItemIndex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&amp;&amp;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68CFC1-74E0-DEA2-5D66-F2DCD46BC8E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2B4F30-6C50-0932-F0D7-F933AA5C5700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6965651" y="3644794"/>
            <a:ext cx="570267" cy="24716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187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3658-48B7-962C-709C-7DDDF89D0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11813-05AD-5D2E-FDDF-5B98AC3F8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CBC3A-A6D8-F318-C2A1-D2B395AE590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상품평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</a:rPr>
              <a:t>팝업창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E36FB7-AA41-4E60-5C92-57E7F3AAB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392025-CA9D-1E39-7946-F7B26D1EB0CC}"/>
              </a:ext>
            </a:extLst>
          </p:cNvPr>
          <p:cNvSpPr txBox="1"/>
          <p:nvPr/>
        </p:nvSpPr>
        <p:spPr>
          <a:xfrm>
            <a:off x="8146473" y="1673772"/>
            <a:ext cx="3851564" cy="443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별을 클릭하면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하단 리뷰 등록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writeBtn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 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닫기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closeBtn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바깥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배경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클릭 시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window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EE078-5E05-2B09-6904-F4CE4E2B6CC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812B32-A808-9AB0-6305-F4EC56C60F46}"/>
              </a:ext>
            </a:extLst>
          </p:cNvPr>
          <p:cNvSpPr txBox="1"/>
          <p:nvPr/>
        </p:nvSpPr>
        <p:spPr>
          <a:xfrm>
            <a:off x="4368800" y="437589"/>
            <a:ext cx="290436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리뷰 등록 버튼 또는 별을 클릭 시 </a:t>
            </a:r>
            <a:endParaRPr lang="en-US" altLang="ko-KR" sz="1400" dirty="0"/>
          </a:p>
          <a:p>
            <a:pPr algn="ctr"/>
            <a:r>
              <a:rPr lang="en-US" altLang="ko-KR" sz="1400" dirty="0"/>
              <a:t>active </a:t>
            </a:r>
            <a:r>
              <a:rPr lang="ko-KR" altLang="en-US" sz="1400" dirty="0"/>
              <a:t>클래스를 추가하여 창이 보이게 함</a:t>
            </a:r>
          </a:p>
        </p:txBody>
      </p:sp>
    </p:spTree>
    <p:extLst>
      <p:ext uri="{BB962C8B-B14F-4D97-AF65-F5344CB8AC3E}">
        <p14:creationId xmlns:p14="http://schemas.microsoft.com/office/powerpoint/2010/main" val="753296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9F13-5A0E-E25E-C79B-FF139DBA7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D34B2-816F-6FF5-6D9B-BF888B561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47B0CE-DA28-6C8B-17BF-6CF6FC952F5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- </a:t>
            </a:r>
            <a:r>
              <a:rPr lang="ko-KR" altLang="en-US" sz="2400" dirty="0" err="1">
                <a:solidFill>
                  <a:schemeClr val="bg1"/>
                </a:solidFill>
              </a:rPr>
              <a:t>별점</a:t>
            </a:r>
            <a:r>
              <a:rPr lang="ko-KR" altLang="en-US" sz="2400" dirty="0">
                <a:solidFill>
                  <a:schemeClr val="bg1"/>
                </a:solidFill>
              </a:rPr>
              <a:t> 고정하기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9044F-B8DE-6DC2-45E6-E5D66E967026}"/>
              </a:ext>
            </a:extLst>
          </p:cNvPr>
          <p:cNvSpPr txBox="1"/>
          <p:nvPr/>
        </p:nvSpPr>
        <p:spPr>
          <a:xfrm>
            <a:off x="4378036" y="437589"/>
            <a:ext cx="2895123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별 </a:t>
            </a:r>
            <a:r>
              <a:rPr lang="ko-KR" altLang="en-US" sz="1400" dirty="0" err="1"/>
              <a:t>클릭시</a:t>
            </a:r>
            <a:r>
              <a:rPr lang="ko-KR" altLang="en-US" sz="1400" dirty="0"/>
              <a:t> 해당 번째 별의 인덱스 만큼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 클래스를 추가하여 </a:t>
            </a:r>
            <a:r>
              <a:rPr lang="ko-KR" altLang="en-US" sz="1400" dirty="0" err="1"/>
              <a:t>별점을</a:t>
            </a:r>
            <a:r>
              <a:rPr lang="ko-KR" altLang="en-US" sz="1400" dirty="0"/>
              <a:t> 고정한다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B8DCB-B324-B6B6-2747-AFEB505B0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4860222-8254-0091-7E39-4F77327E549B}"/>
              </a:ext>
            </a:extLst>
          </p:cNvPr>
          <p:cNvSpPr/>
          <p:nvPr/>
        </p:nvSpPr>
        <p:spPr>
          <a:xfrm>
            <a:off x="1524384" y="3429000"/>
            <a:ext cx="1471064" cy="442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7FCC6B-83CE-671C-16C1-8C69B72CC6BD}"/>
              </a:ext>
            </a:extLst>
          </p:cNvPr>
          <p:cNvSpPr txBox="1"/>
          <p:nvPr/>
        </p:nvSpPr>
        <p:spPr>
          <a:xfrm>
            <a:off x="7721601" y="2076179"/>
            <a:ext cx="4378036" cy="422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initModalStarRating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console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	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].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330C7-6EA3-1F66-B6B8-FBE04E27EEB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157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DCE8-F71D-D525-2013-88F7612D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532C5-AB98-58EF-AF38-B2EA5C2B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45942-5428-974E-1974-3916463D046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유효성 검사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0EEF3A-CF30-0751-C6D3-30901DBF7120}"/>
              </a:ext>
            </a:extLst>
          </p:cNvPr>
          <p:cNvSpPr txBox="1"/>
          <p:nvPr/>
        </p:nvSpPr>
        <p:spPr>
          <a:xfrm>
            <a:off x="4254912" y="437589"/>
            <a:ext cx="3018248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프론트 시험에서의 유효성 검사와 같은 로직</a:t>
            </a:r>
            <a:r>
              <a:rPr lang="en-US" altLang="ko-KR" sz="1400" dirty="0"/>
              <a:t>.</a:t>
            </a:r>
          </a:p>
          <a:p>
            <a:pPr algn="ctr"/>
            <a:r>
              <a:rPr lang="ko-KR" altLang="en-US" sz="1400" dirty="0"/>
              <a:t>등록이 완료되면 </a:t>
            </a:r>
            <a:r>
              <a:rPr lang="ko-KR" altLang="en-US" sz="1400" dirty="0" err="1"/>
              <a:t>모달</a:t>
            </a:r>
            <a:r>
              <a:rPr lang="ko-KR" altLang="en-US" sz="1400" dirty="0"/>
              <a:t> 창을 닫는다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42948-AFCE-F63D-2AF4-1A24B3AC78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111C2D2-9652-2B09-D209-5C1D0FECA370}"/>
              </a:ext>
            </a:extLst>
          </p:cNvPr>
          <p:cNvSpPr/>
          <p:nvPr/>
        </p:nvSpPr>
        <p:spPr>
          <a:xfrm>
            <a:off x="1579324" y="4207410"/>
            <a:ext cx="4415076" cy="14452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EFE3D8-5BC7-366F-F1B2-489029F5639C}"/>
              </a:ext>
            </a:extLst>
          </p:cNvPr>
          <p:cNvSpPr txBox="1"/>
          <p:nvPr/>
        </p:nvSpPr>
        <p:spPr>
          <a:xfrm>
            <a:off x="7777018" y="1955346"/>
            <a:ext cx="4414982" cy="3784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checkValidity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	content"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"review-title"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내용을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제목을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리뷰 등록을 완료했습니다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background"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77C6E-7BBF-80A0-C7A3-5C7AB58D1C8A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1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45E7F-E962-65FD-AB9A-C1C1EB3E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78" y="4005277"/>
            <a:ext cx="4988505" cy="2677853"/>
          </a:xfrm>
          <a:prstGeom prst="rect">
            <a:avLst/>
          </a:prstGeom>
        </p:spPr>
      </p:pic>
      <p:pic>
        <p:nvPicPr>
          <p:cNvPr id="15" name="그림 14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F741B7-0B83-DE63-E3D4-3E2112202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778" y="1757063"/>
            <a:ext cx="4991797" cy="22482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5C2D9F4-3290-452E-8232-7DB2BCA8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55427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CE5572-CA8F-8B69-2FAD-310DF0BD3B48}"/>
              </a:ext>
            </a:extLst>
          </p:cNvPr>
          <p:cNvSpPr txBox="1"/>
          <p:nvPr/>
        </p:nvSpPr>
        <p:spPr>
          <a:xfrm>
            <a:off x="449425" y="1117878"/>
            <a:ext cx="4991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가져오기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A2E2E-161B-82B1-7C22-19BD4E4202C5}"/>
              </a:ext>
            </a:extLst>
          </p:cNvPr>
          <p:cNvSpPr txBox="1"/>
          <p:nvPr/>
        </p:nvSpPr>
        <p:spPr>
          <a:xfrm>
            <a:off x="4254912" y="329866"/>
            <a:ext cx="3018248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map</a:t>
            </a:r>
            <a:r>
              <a:rPr lang="ko-KR" altLang="en-US" sz="1400" dirty="0"/>
              <a:t>함수 활용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저장된 </a:t>
            </a:r>
            <a:r>
              <a:rPr lang="en-US" altLang="ko-KR" sz="1400" dirty="0"/>
              <a:t>id</a:t>
            </a:r>
            <a:r>
              <a:rPr lang="ko-KR" altLang="en-US" sz="1400" dirty="0"/>
              <a:t>와 같은 </a:t>
            </a:r>
            <a:r>
              <a:rPr lang="en-US" altLang="ko-KR" sz="1400" dirty="0"/>
              <a:t>id</a:t>
            </a:r>
            <a:r>
              <a:rPr lang="ko-KR" altLang="en-US" sz="1400" dirty="0"/>
              <a:t>를 </a:t>
            </a:r>
            <a:r>
              <a:rPr lang="en-US" altLang="ko-KR" sz="1400" dirty="0"/>
              <a:t>product</a:t>
            </a:r>
            <a:r>
              <a:rPr lang="ko-KR" altLang="en-US" sz="1400" dirty="0"/>
              <a:t>에서 찾고 사용자가 선택한 수량과 사이즈를 가져옴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0152D-1520-081B-1410-2056EA73103A}"/>
              </a:ext>
            </a:extLst>
          </p:cNvPr>
          <p:cNvSpPr txBox="1"/>
          <p:nvPr/>
        </p:nvSpPr>
        <p:spPr>
          <a:xfrm>
            <a:off x="7618960" y="1185651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1" name="그림 10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2EB41-63BA-CE6D-9E70-BED0CE89B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9D26E5-90EE-F345-38AE-56D16F262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B127C9-0C71-4B51-AAC4-CA668DDC2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373" y="1757063"/>
            <a:ext cx="5602607" cy="3658111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A47959B-0B6B-7E7E-601C-A70053AAACD7}"/>
              </a:ext>
            </a:extLst>
          </p:cNvPr>
          <p:cNvCxnSpPr>
            <a:cxnSpLocks/>
          </p:cNvCxnSpPr>
          <p:nvPr/>
        </p:nvCxnSpPr>
        <p:spPr>
          <a:xfrm>
            <a:off x="2105982" y="4421420"/>
            <a:ext cx="4285582" cy="298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제목 1">
            <a:extLst>
              <a:ext uri="{FF2B5EF4-FFF2-40B4-BE49-F238E27FC236}">
                <a16:creationId xmlns:a16="http://schemas.microsoft.com/office/drawing/2014/main" id="{FD4167EC-ECC1-E7E1-A955-85E63C7BE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5A41B1-2FBB-5165-B29B-705265C85BF6}"/>
              </a:ext>
            </a:extLst>
          </p:cNvPr>
          <p:cNvSpPr txBox="1"/>
          <p:nvPr/>
        </p:nvSpPr>
        <p:spPr>
          <a:xfrm>
            <a:off x="449425" y="1108642"/>
            <a:ext cx="37900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수량 변경하기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594FE-93FA-B385-330D-193C941B40C3}"/>
              </a:ext>
            </a:extLst>
          </p:cNvPr>
          <p:cNvSpPr txBox="1"/>
          <p:nvPr/>
        </p:nvSpPr>
        <p:spPr>
          <a:xfrm>
            <a:off x="4244090" y="347010"/>
            <a:ext cx="3018248" cy="1169551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 err="1"/>
              <a:t>updateStorage</a:t>
            </a:r>
            <a:r>
              <a:rPr lang="en-US" altLang="ko-KR" sz="1400" dirty="0"/>
              <a:t>()</a:t>
            </a:r>
            <a:r>
              <a:rPr lang="ko-KR" altLang="en-US" sz="1400" dirty="0"/>
              <a:t>를 통해 </a:t>
            </a:r>
            <a:endParaRPr lang="en-US" altLang="ko-KR" sz="1400" dirty="0"/>
          </a:p>
          <a:p>
            <a:pPr algn="ctr"/>
            <a:r>
              <a:rPr lang="ko-KR" altLang="en-US" sz="1400" dirty="0"/>
              <a:t>변경된 내용을 </a:t>
            </a:r>
            <a:r>
              <a:rPr lang="ko-KR" altLang="en-US" sz="1400" dirty="0" err="1"/>
              <a:t>동기화시킴</a:t>
            </a:r>
            <a:r>
              <a:rPr lang="en-US" altLang="ko-KR" sz="1400" dirty="0"/>
              <a:t>.</a:t>
            </a:r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item.price</a:t>
            </a:r>
            <a:r>
              <a:rPr lang="en-US" altLang="ko-KR" sz="1400" dirty="0"/>
              <a:t> * </a:t>
            </a:r>
            <a:r>
              <a:rPr lang="en-US" altLang="ko-KR" sz="1400" dirty="0" err="1"/>
              <a:t>item.quantity</a:t>
            </a:r>
            <a:endParaRPr lang="en-US" altLang="ko-KR" sz="1400" dirty="0"/>
          </a:p>
          <a:p>
            <a:pPr algn="ctr"/>
            <a:r>
              <a:rPr lang="ko-KR" altLang="en-US" sz="1400" dirty="0"/>
              <a:t>다시 계산 후 화면에 출력</a:t>
            </a:r>
            <a:endParaRPr lang="en-US" altLang="ko-KR" sz="1400" dirty="0"/>
          </a:p>
          <a:p>
            <a:pPr algn="ctr"/>
            <a:r>
              <a:rPr lang="en-US" altLang="ko-KR" sz="1400" dirty="0" err="1"/>
              <a:t>toLocaleString</a:t>
            </a:r>
            <a:r>
              <a:rPr lang="en-US" altLang="ko-KR" sz="1400" dirty="0"/>
              <a:t>() =&gt; </a:t>
            </a:r>
            <a:r>
              <a:rPr lang="ko-KR" altLang="en-US" sz="1400" dirty="0"/>
              <a:t>세 자리마다 콤마 추가</a:t>
            </a:r>
            <a:endParaRPr lang="en-US" altLang="ko-KR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78106D-B4E3-5B12-2941-6962FB19D1A9}"/>
              </a:ext>
            </a:extLst>
          </p:cNvPr>
          <p:cNvSpPr txBox="1"/>
          <p:nvPr/>
        </p:nvSpPr>
        <p:spPr>
          <a:xfrm>
            <a:off x="7609723" y="1215680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4547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EA4-7F98-2F58-8033-6B0DA11F7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0D8271-185B-5220-01E0-FFCD1E97CD3F}"/>
              </a:ext>
            </a:extLst>
          </p:cNvPr>
          <p:cNvSpPr txBox="1"/>
          <p:nvPr/>
        </p:nvSpPr>
        <p:spPr>
          <a:xfrm>
            <a:off x="273378" y="21398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1B64EDD-BC5B-E630-EAAA-4176D5BC954A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735292" y="23708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그림 21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F9D9C-1D4A-0B6B-C258-2CD44D304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555" y="1766454"/>
            <a:ext cx="5265067" cy="265842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70A1821-6761-F01E-5627-4A2C3ADA1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B5C-CEEC-B05E-1EE4-4ECA2829C377}"/>
              </a:ext>
            </a:extLst>
          </p:cNvPr>
          <p:cNvSpPr txBox="1"/>
          <p:nvPr/>
        </p:nvSpPr>
        <p:spPr>
          <a:xfrm>
            <a:off x="449425" y="1108642"/>
            <a:ext cx="338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삭제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D3AA2-ABC7-FC03-48B5-F76191ADE009}"/>
              </a:ext>
            </a:extLst>
          </p:cNvPr>
          <p:cNvSpPr txBox="1"/>
          <p:nvPr/>
        </p:nvSpPr>
        <p:spPr>
          <a:xfrm>
            <a:off x="4091709" y="562453"/>
            <a:ext cx="3170629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en-US" altLang="ko-KR" sz="1400" dirty="0" err="1"/>
              <a:t>removeItem</a:t>
            </a:r>
            <a:r>
              <a:rPr lang="ko-KR" altLang="en-US" sz="1400" dirty="0"/>
              <a:t>으로 저장소에 있는 데이터 제거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</a:t>
            </a:r>
            <a:r>
              <a:rPr lang="ko-KR" altLang="en-US" sz="1400" dirty="0" err="1"/>
              <a:t>비어있는</a:t>
            </a:r>
            <a:r>
              <a:rPr lang="ko-KR" altLang="en-US" sz="1400" dirty="0"/>
              <a:t> 상태에서 다시 </a:t>
            </a:r>
            <a:r>
              <a:rPr lang="en-US" altLang="ko-KR" sz="1400" dirty="0"/>
              <a:t>    </a:t>
            </a:r>
            <a:r>
              <a:rPr lang="ko-KR" altLang="en-US" sz="1400" dirty="0"/>
              <a:t>장바구니 그리기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65A93-B221-0C8E-2BFA-B3DFA91E5EAB}"/>
              </a:ext>
            </a:extLst>
          </p:cNvPr>
          <p:cNvSpPr txBox="1"/>
          <p:nvPr/>
        </p:nvSpPr>
        <p:spPr>
          <a:xfrm>
            <a:off x="7655905" y="1301117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1213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6139E5-5EF7-BD9D-FBA8-3DE332566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803" y="1766454"/>
            <a:ext cx="5532704" cy="196077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B9D16420-019D-188C-E159-BC216F6F9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55150-CE97-9194-94A9-A8EAB3059665}"/>
              </a:ext>
            </a:extLst>
          </p:cNvPr>
          <p:cNvSpPr txBox="1"/>
          <p:nvPr/>
        </p:nvSpPr>
        <p:spPr>
          <a:xfrm>
            <a:off x="449425" y="1108642"/>
            <a:ext cx="3485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선택 삭제</a:t>
            </a:r>
          </a:p>
        </p:txBody>
      </p:sp>
      <p:pic>
        <p:nvPicPr>
          <p:cNvPr id="9" name="그림 8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52E47A-5BFD-1BF3-2DC9-BDF1AAB1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D220F3-F2FE-DD3F-CE9F-58DDE0B90C53}"/>
              </a:ext>
            </a:extLst>
          </p:cNvPr>
          <p:cNvSpPr txBox="1"/>
          <p:nvPr/>
        </p:nvSpPr>
        <p:spPr>
          <a:xfrm>
            <a:off x="809087" y="21357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E515934-5282-76A5-8422-01A98D0F25D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271001" y="23667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C0A378-AEED-0756-E384-39AB2611B065}"/>
              </a:ext>
            </a:extLst>
          </p:cNvPr>
          <p:cNvSpPr txBox="1"/>
          <p:nvPr/>
        </p:nvSpPr>
        <p:spPr>
          <a:xfrm>
            <a:off x="3426691" y="454731"/>
            <a:ext cx="3835647" cy="95410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체크박스에 선택된 내용을 </a:t>
            </a:r>
            <a:r>
              <a:rPr lang="en-US" altLang="ko-KR" sz="1400" dirty="0" err="1"/>
              <a:t>querySelectorAll</a:t>
            </a:r>
            <a:r>
              <a:rPr lang="ko-KR" altLang="en-US" sz="1400" dirty="0"/>
              <a:t>로 수집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checkbox</a:t>
            </a:r>
            <a:r>
              <a:rPr lang="ko-KR" altLang="en-US" sz="1400" dirty="0"/>
              <a:t>가 선택되지 않은 배열만 </a:t>
            </a:r>
            <a:endParaRPr lang="en-US" altLang="ko-KR" sz="1400" dirty="0"/>
          </a:p>
          <a:p>
            <a:pPr algn="ctr"/>
            <a:r>
              <a:rPr lang="en-US" altLang="ko-KR" sz="1400" dirty="0"/>
              <a:t>storage</a:t>
            </a:r>
            <a:r>
              <a:rPr lang="ko-KR" altLang="en-US" sz="1400" dirty="0"/>
              <a:t>에 저장 후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다시 장바구니 출력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7454B-4C9A-3ACB-B53A-C5C76FFBEF2E}"/>
              </a:ext>
            </a:extLst>
          </p:cNvPr>
          <p:cNvSpPr txBox="1"/>
          <p:nvPr/>
        </p:nvSpPr>
        <p:spPr>
          <a:xfrm>
            <a:off x="7637432" y="1277366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954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5413F-0C3A-039D-2C53-3DA4E360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7A43EE-4BD6-773D-AD7C-CBB0DA9F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5043"/>
            <a:ext cx="4602881" cy="4793371"/>
          </a:xfrm>
          <a:prstGeom prst="rect">
            <a:avLst/>
          </a:prstGeom>
        </p:spPr>
      </p:pic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9B549-B3D4-6943-EF70-42EF072C0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324" y="2663753"/>
            <a:ext cx="4739084" cy="4171044"/>
          </a:xfrm>
          <a:prstGeom prst="rect">
            <a:avLst/>
          </a:prstGeom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72520BDE-3E67-BA81-E7C2-C291D351A809}"/>
              </a:ext>
            </a:extLst>
          </p:cNvPr>
          <p:cNvSpPr/>
          <p:nvPr/>
        </p:nvSpPr>
        <p:spPr>
          <a:xfrm>
            <a:off x="4602881" y="3203769"/>
            <a:ext cx="1082662" cy="772998"/>
          </a:xfrm>
          <a:prstGeom prst="rightArrow">
            <a:avLst>
              <a:gd name="adj1" fmla="val 40441"/>
              <a:gd name="adj2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629AA-47CD-E56E-1DBF-5B8931CA4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983" y="955026"/>
            <a:ext cx="3048425" cy="16099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870726-7A55-FD8D-C69E-9054DDDCB99B}"/>
              </a:ext>
            </a:extLst>
          </p:cNvPr>
          <p:cNvSpPr txBox="1"/>
          <p:nvPr/>
        </p:nvSpPr>
        <p:spPr>
          <a:xfrm>
            <a:off x="3990109" y="2192307"/>
            <a:ext cx="367821" cy="38946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4E28E62-F954-2FA1-D2C3-12BED413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79D10-E463-98D8-F048-88471EBCE885}"/>
              </a:ext>
            </a:extLst>
          </p:cNvPr>
          <p:cNvSpPr txBox="1"/>
          <p:nvPr/>
        </p:nvSpPr>
        <p:spPr>
          <a:xfrm>
            <a:off x="449424" y="1108642"/>
            <a:ext cx="4332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쿠폰창</a:t>
            </a:r>
            <a:r>
              <a:rPr lang="ko-KR" altLang="en-US" sz="2400" dirty="0">
                <a:solidFill>
                  <a:schemeClr val="bg1"/>
                </a:solidFill>
              </a:rPr>
              <a:t> 숨기기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E7193-8B0D-E059-FF49-4CF4AD63D3E0}"/>
              </a:ext>
            </a:extLst>
          </p:cNvPr>
          <p:cNvSpPr txBox="1"/>
          <p:nvPr/>
        </p:nvSpPr>
        <p:spPr>
          <a:xfrm>
            <a:off x="3426691" y="670174"/>
            <a:ext cx="383564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화살표를 누르면 </a:t>
            </a:r>
            <a:r>
              <a:rPr lang="en-US" altLang="ko-KR" sz="1400" dirty="0"/>
              <a:t>hide</a:t>
            </a:r>
            <a:r>
              <a:rPr lang="ko-KR" altLang="en-US" sz="1400" dirty="0"/>
              <a:t>를 통해 </a:t>
            </a:r>
            <a:r>
              <a:rPr lang="en-US" altLang="ko-KR" sz="1400" dirty="0"/>
              <a:t>coupon-content</a:t>
            </a:r>
            <a:r>
              <a:rPr lang="ko-KR" altLang="en-US" sz="1400" dirty="0"/>
              <a:t>의 내용이 보이지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화살표의 방향이 변경</a:t>
            </a:r>
            <a:r>
              <a:rPr lang="en-US" altLang="ko-KR" sz="1400" dirty="0"/>
              <a:t>(rotate)</a:t>
            </a:r>
            <a:r>
              <a:rPr lang="ko-KR" altLang="en-US" sz="1400" dirty="0"/>
              <a:t>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5FE57C-7029-B06E-55BA-56942C3560E1}"/>
              </a:ext>
            </a:extLst>
          </p:cNvPr>
          <p:cNvSpPr txBox="1"/>
          <p:nvPr/>
        </p:nvSpPr>
        <p:spPr>
          <a:xfrm>
            <a:off x="7609723" y="47749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578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9DFB3F-DFAC-9A70-7FCC-A165E4043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5624" y="2379004"/>
            <a:ext cx="5349360" cy="3559773"/>
          </a:xfrm>
          <a:prstGeom prst="rect">
            <a:avLst/>
          </a:prstGeom>
        </p:spPr>
      </p:pic>
      <p:pic>
        <p:nvPicPr>
          <p:cNvPr id="13" name="내용 개체 틀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53459D-E10A-6B60-E456-4507C16C0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201" y="4158891"/>
            <a:ext cx="3679959" cy="2545281"/>
          </a:xfrm>
          <a:prstGeom prst="rect">
            <a:avLst/>
          </a:prstGeom>
        </p:spPr>
      </p:pic>
      <p:pic>
        <p:nvPicPr>
          <p:cNvPr id="11" name="그림 10" descr="텍스트, 의류, 스크린샷, 패션 액세서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AC0F1-40C3-B90A-1119-6FD154BAA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2" y="1570307"/>
            <a:ext cx="3679959" cy="248681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4B4D11C4-10D6-25E5-2B6A-691A021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EF201-038B-F3A0-0B1F-2A2A93B87053}"/>
              </a:ext>
            </a:extLst>
          </p:cNvPr>
          <p:cNvSpPr txBox="1"/>
          <p:nvPr/>
        </p:nvSpPr>
        <p:spPr>
          <a:xfrm>
            <a:off x="449424" y="1108642"/>
            <a:ext cx="4410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총 상품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결제 금액 계산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21604C-643D-16FD-1EF4-EFD70EAB8C5B}"/>
              </a:ext>
            </a:extLst>
          </p:cNvPr>
          <p:cNvSpPr txBox="1"/>
          <p:nvPr/>
        </p:nvSpPr>
        <p:spPr>
          <a:xfrm>
            <a:off x="7038108" y="434148"/>
            <a:ext cx="4246787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상품금액</a:t>
            </a:r>
            <a:endParaRPr lang="en-US" altLang="ko-KR" sz="1400" dirty="0"/>
          </a:p>
          <a:p>
            <a:r>
              <a:rPr lang="en-US" altLang="ko-KR" sz="1400" dirty="0"/>
              <a:t>-&gt; sum</a:t>
            </a:r>
            <a:r>
              <a:rPr lang="ko-KR" altLang="en-US" sz="1400" dirty="0"/>
              <a:t> 초기값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설정 후 각 상품의 가격과 수량을 곱한</a:t>
            </a:r>
            <a:r>
              <a:rPr lang="en-US" altLang="ko-KR" sz="1400" dirty="0"/>
              <a:t> </a:t>
            </a:r>
            <a:r>
              <a:rPr lang="ko-KR" altLang="en-US" sz="1400" dirty="0"/>
              <a:t>값</a:t>
            </a:r>
            <a:endParaRPr lang="en-US" altLang="ko-KR" sz="1400" dirty="0"/>
          </a:p>
          <a:p>
            <a:r>
              <a:rPr lang="en-US" altLang="ko-KR" sz="1400" dirty="0"/>
              <a:t>reduce() = </a:t>
            </a:r>
            <a:r>
              <a:rPr lang="ko-KR" altLang="en-US" sz="1400" dirty="0"/>
              <a:t>배열의 값 계산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93B96-B4CF-6C4D-CABF-DF1F66E64644}"/>
              </a:ext>
            </a:extLst>
          </p:cNvPr>
          <p:cNvSpPr txBox="1"/>
          <p:nvPr/>
        </p:nvSpPr>
        <p:spPr>
          <a:xfrm>
            <a:off x="8718086" y="185250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81CEE-72A5-161C-7789-7D23B9DBFA05}"/>
              </a:ext>
            </a:extLst>
          </p:cNvPr>
          <p:cNvSpPr txBox="1"/>
          <p:nvPr/>
        </p:nvSpPr>
        <p:spPr>
          <a:xfrm>
            <a:off x="7038108" y="1251048"/>
            <a:ext cx="424678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결제금액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총 상품금액에서 배송비를 더하고</a:t>
            </a:r>
            <a:r>
              <a:rPr lang="en-US" altLang="ko-KR" sz="1400" dirty="0"/>
              <a:t>, </a:t>
            </a:r>
            <a:r>
              <a:rPr lang="ko-KR" altLang="en-US" sz="1400" dirty="0"/>
              <a:t>총 할인금액을 뺀 값</a:t>
            </a:r>
          </a:p>
        </p:txBody>
      </p:sp>
    </p:spTree>
    <p:extLst>
      <p:ext uri="{BB962C8B-B14F-4D97-AF65-F5344CB8AC3E}">
        <p14:creationId xmlns:p14="http://schemas.microsoft.com/office/powerpoint/2010/main" val="27047627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00EB33-1A22-91B2-76AF-F0B5CB93D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452" y="3110218"/>
            <a:ext cx="10515600" cy="3474163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BA712-6F60-9AA4-7798-45047C7A8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149" y="1733852"/>
            <a:ext cx="5934903" cy="1212821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EC2BBF3A-81DD-430E-4248-4A9BB481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0AE92-69BD-FE53-701E-BC20F43F7F77}"/>
              </a:ext>
            </a:extLst>
          </p:cNvPr>
          <p:cNvSpPr txBox="1"/>
          <p:nvPr/>
        </p:nvSpPr>
        <p:spPr>
          <a:xfrm>
            <a:off x="449424" y="1108642"/>
            <a:ext cx="2349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배송비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EB36D-4119-77CA-6124-3272FA21A188}"/>
              </a:ext>
            </a:extLst>
          </p:cNvPr>
          <p:cNvSpPr txBox="1"/>
          <p:nvPr/>
        </p:nvSpPr>
        <p:spPr>
          <a:xfrm>
            <a:off x="3592945" y="913416"/>
            <a:ext cx="3489441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배송비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총 상품금액이 </a:t>
            </a:r>
            <a:r>
              <a:rPr lang="en-US" altLang="ko-KR" sz="1400" dirty="0"/>
              <a:t>10</a:t>
            </a:r>
            <a:r>
              <a:rPr lang="ko-KR" altLang="en-US" sz="1400" dirty="0"/>
              <a:t>만원 이상이거나 상품이 없으면 배송비 </a:t>
            </a:r>
            <a:r>
              <a:rPr lang="en-US" altLang="ko-KR" sz="1400" dirty="0"/>
              <a:t>0</a:t>
            </a:r>
            <a:r>
              <a:rPr lang="ko-KR" altLang="en-US" sz="1400" dirty="0"/>
              <a:t>원</a:t>
            </a:r>
            <a:r>
              <a:rPr lang="en-US" altLang="ko-KR" sz="1400" dirty="0"/>
              <a:t>, </a:t>
            </a:r>
            <a:r>
              <a:rPr lang="ko-KR" altLang="en-US" sz="1400" dirty="0"/>
              <a:t>아니면 배송비 </a:t>
            </a:r>
            <a:r>
              <a:rPr lang="en-US" altLang="ko-KR" sz="1400" dirty="0"/>
              <a:t>3,000</a:t>
            </a:r>
            <a:r>
              <a:rPr lang="ko-KR" altLang="en-US" sz="1400" dirty="0"/>
              <a:t>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3F288-D828-859C-59EB-28BB827354A3}"/>
              </a:ext>
            </a:extLst>
          </p:cNvPr>
          <p:cNvSpPr txBox="1"/>
          <p:nvPr/>
        </p:nvSpPr>
        <p:spPr>
          <a:xfrm>
            <a:off x="7683614" y="1197788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477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4CD3-6A60-C463-92A4-545BF5FF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A8B7FF-89F2-ED09-2DFB-9E973AEB0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721" y="604726"/>
            <a:ext cx="4224641" cy="1745095"/>
          </a:xfrm>
          <a:prstGeom prst="rect">
            <a:avLst/>
          </a:prstGeom>
        </p:spPr>
      </p:pic>
      <p:pic>
        <p:nvPicPr>
          <p:cNvPr id="5" name="내용 개체 틀 4" descr="스크린샷, 신발, 텍스트, 스니커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800692-3009-C33F-B491-0C86E6400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76328" y="4073787"/>
            <a:ext cx="6673381" cy="237319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C83FFCC-D496-A2AF-5C44-BDE24134B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83F30-2B9E-BED4-45DC-0480F9B70F08}"/>
              </a:ext>
            </a:extLst>
          </p:cNvPr>
          <p:cNvSpPr txBox="1"/>
          <p:nvPr/>
        </p:nvSpPr>
        <p:spPr>
          <a:xfrm>
            <a:off x="449424" y="1108642"/>
            <a:ext cx="36330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슬라이더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30C23-4740-2282-AECC-7ED786DE6E88}"/>
              </a:ext>
            </a:extLst>
          </p:cNvPr>
          <p:cNvSpPr txBox="1"/>
          <p:nvPr/>
        </p:nvSpPr>
        <p:spPr>
          <a:xfrm>
            <a:off x="4040559" y="719353"/>
            <a:ext cx="302762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20% </a:t>
            </a:r>
            <a:r>
              <a:rPr lang="ko-KR" altLang="en-US" sz="1400" dirty="0"/>
              <a:t>에 인덱스를 곱한 값만큼 </a:t>
            </a:r>
            <a:r>
              <a:rPr lang="en-US" altLang="ko-KR" sz="1400" dirty="0"/>
              <a:t>translate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ADAEBB-091C-C84A-0372-1B3713591E22}"/>
              </a:ext>
            </a:extLst>
          </p:cNvPr>
          <p:cNvSpPr txBox="1"/>
          <p:nvPr/>
        </p:nvSpPr>
        <p:spPr>
          <a:xfrm>
            <a:off x="7480936" y="136093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2" name="그림 1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F5A1B1-F3CF-2E09-1710-EB7A29923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2328" y="2432758"/>
            <a:ext cx="4107426" cy="42507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11C2B2-260F-AC1D-8646-E0AD47CB9E6C}"/>
              </a:ext>
            </a:extLst>
          </p:cNvPr>
          <p:cNvSpPr txBox="1"/>
          <p:nvPr/>
        </p:nvSpPr>
        <p:spPr>
          <a:xfrm>
            <a:off x="3435133" y="2432758"/>
            <a:ext cx="3633049" cy="138499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next</a:t>
            </a:r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en-US" altLang="ko-KR" sz="1400" dirty="0" err="1"/>
              <a:t>listcount</a:t>
            </a:r>
            <a:r>
              <a:rPr lang="en-US" altLang="ko-KR" sz="1400" dirty="0"/>
              <a:t> – </a:t>
            </a:r>
            <a:r>
              <a:rPr lang="en-US" altLang="ko-KR" sz="1400" dirty="0" err="1"/>
              <a:t>itemshow</a:t>
            </a:r>
            <a:r>
              <a:rPr lang="ko-KR" altLang="en-US" sz="1400" dirty="0"/>
              <a:t>가 </a:t>
            </a:r>
            <a:r>
              <a:rPr lang="en-US" altLang="ko-KR" sz="1400" dirty="0"/>
              <a:t>index</a:t>
            </a:r>
            <a:r>
              <a:rPr lang="ko-KR" altLang="en-US" sz="1400" dirty="0"/>
              <a:t>보다 작아지면 다시 왼쪽으로 돌아옴</a:t>
            </a:r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 err="1"/>
              <a:t>prev</a:t>
            </a:r>
            <a:endParaRPr lang="en-US" altLang="ko-KR" sz="1400" dirty="0"/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ko-KR" altLang="en-US" sz="1400" dirty="0"/>
              <a:t>인덱스가 </a:t>
            </a:r>
            <a:r>
              <a:rPr lang="en-US" altLang="ko-KR" sz="1400" dirty="0"/>
              <a:t>0</a:t>
            </a:r>
            <a:r>
              <a:rPr lang="ko-KR" altLang="en-US" sz="1400" dirty="0"/>
              <a:t>보다 작아지면 맨 </a:t>
            </a:r>
            <a:r>
              <a:rPr lang="ko-KR" altLang="en-US" sz="1400" dirty="0" err="1"/>
              <a:t>오른쪽으로이동</a:t>
            </a:r>
            <a:endParaRPr lang="en-US" altLang="ko-KR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55E5C32-70EB-0E65-157C-06FBDD5E349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068182" y="873242"/>
            <a:ext cx="295539" cy="604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EB049CA-3FA1-2492-AAF8-6A1A60A58098}"/>
              </a:ext>
            </a:extLst>
          </p:cNvPr>
          <p:cNvCxnSpPr>
            <a:cxnSpLocks/>
            <a:stCxn id="13" idx="3"/>
            <a:endCxn id="12" idx="1"/>
          </p:cNvCxnSpPr>
          <p:nvPr/>
        </p:nvCxnSpPr>
        <p:spPr>
          <a:xfrm>
            <a:off x="7068182" y="3125256"/>
            <a:ext cx="354146" cy="143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921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619BA-23D3-B836-D7C4-AB84A3B7F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18ED7-E0B7-641B-8894-AB1E5D911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2633078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32414967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BEE31-16AA-823E-1586-8CB198FB2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3430D-816B-E966-EEE4-70017F5E1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보완사항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29DC34-F103-F6FF-2229-C0F6B7A60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115882"/>
            <a:ext cx="10464800" cy="5172869"/>
          </a:xfrm>
        </p:spPr>
        <p:txBody>
          <a:bodyPr anchor="ctr">
            <a:normAutofit/>
          </a:bodyPr>
          <a:lstStyle/>
          <a:p>
            <a:pPr>
              <a:lnSpc>
                <a:spcPct val="250000"/>
              </a:lnSpc>
            </a:pPr>
            <a:r>
              <a:rPr lang="ko-KR" altLang="en-US" dirty="0"/>
              <a:t>로그인 기능을 통해 사용자별 장바구니 구현</a:t>
            </a:r>
            <a:endParaRPr lang="en-US" altLang="ko-KR" dirty="0"/>
          </a:p>
          <a:p>
            <a:pPr>
              <a:lnSpc>
                <a:spcPct val="250000"/>
              </a:lnSpc>
            </a:pPr>
            <a:r>
              <a:rPr lang="ko-KR" altLang="en-US" dirty="0"/>
              <a:t>화면 크기에 맞추어 반응형 웹으로 업그레이드</a:t>
            </a:r>
            <a:endParaRPr lang="en-US" altLang="ko-KR" dirty="0"/>
          </a:p>
          <a:p>
            <a:pPr>
              <a:lnSpc>
                <a:spcPct val="250000"/>
              </a:lnSpc>
            </a:pPr>
            <a:r>
              <a:rPr lang="ko-KR" altLang="en-US" dirty="0"/>
              <a:t>프로젝트 전체에 상품 객체를 불러오게 하기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941756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0BED4-29C5-22BC-B6E9-88A6578D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EF9D84-853B-8A68-D006-8840E720A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2633078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감사합니다</a:t>
            </a:r>
            <a:r>
              <a:rPr lang="en-US" altLang="ko-KR" sz="7600" dirty="0"/>
              <a:t>.</a:t>
            </a:r>
            <a:endParaRPr lang="ko-KR" altLang="en-US" sz="7600" dirty="0"/>
          </a:p>
        </p:txBody>
      </p:sp>
    </p:spTree>
    <p:extLst>
      <p:ext uri="{BB962C8B-B14F-4D97-AF65-F5344CB8AC3E}">
        <p14:creationId xmlns:p14="http://schemas.microsoft.com/office/powerpoint/2010/main" val="672818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1997</Words>
  <Application>Microsoft Office PowerPoint</Application>
  <PresentationFormat>와이드스크린</PresentationFormat>
  <Paragraphs>293</Paragraphs>
  <Slides>35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D2Coding</vt:lpstr>
      <vt:lpstr>D2Coding ligature</vt:lpstr>
      <vt:lpstr>Do Hyeon</vt:lpstr>
      <vt:lpstr>맑은 고딕</vt:lpstr>
      <vt:lpstr>Arial</vt:lpstr>
      <vt:lpstr>Symbol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index.html</vt:lpstr>
      <vt:lpstr>index.html</vt:lpstr>
      <vt:lpstr>index.html</vt:lpstr>
      <vt:lpstr>product.html</vt:lpstr>
      <vt:lpstr>product.html</vt:lpstr>
      <vt:lpstr>product.html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시연</vt:lpstr>
      <vt:lpstr>보완사항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13</cp:revision>
  <dcterms:created xsi:type="dcterms:W3CDTF">2026-02-25T02:04:35Z</dcterms:created>
  <dcterms:modified xsi:type="dcterms:W3CDTF">2026-02-25T08:27:57Z</dcterms:modified>
</cp:coreProperties>
</file>