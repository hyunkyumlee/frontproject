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3" r:id="rId10"/>
    <p:sldId id="268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111D"/>
    <a:srgbClr val="110E20"/>
    <a:srgbClr val="1F1A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22" autoAdjust="0"/>
    <p:restoredTop sz="94660"/>
  </p:normalViewPr>
  <p:slideViewPr>
    <p:cSldViewPr snapToGrid="0">
      <p:cViewPr varScale="1">
        <p:scale>
          <a:sx n="99" d="100"/>
          <a:sy n="99" d="100"/>
        </p:scale>
        <p:origin x="72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Pr>
        <a:solidFill>
          <a:srgbClr val="11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42A3A-BAB2-C3D1-759D-88D3A3B951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5402DCA-0AED-EB77-1236-4F9954E76F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A0605B-DE46-F086-55C6-05E30B6A4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CBDD86-58A9-16DA-3153-EAD94B90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4DF1DE-7AEF-9D5B-8C79-A233D5252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381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F9501-1078-C0C9-49A9-DA384BCB7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F31236-BA93-036A-4329-6699C0775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BC12AB-75CB-675B-8E8C-BE22F9350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9EDF5E-0E77-7E1B-B900-30966AD66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84928-E62A-D7E9-9EE4-608C5FAE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7312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91926-D0BA-8AFF-D20C-EEADE3AFC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5DA29D-ABC0-39CB-E14F-2C1099E35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771F86-352D-C3C6-5C17-116C3F85D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B40BE8-F9A4-4BD1-4B97-29D3E6D88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288E0E-8593-D999-1602-40234B365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9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1827A3-C250-F4FC-7511-DD458276F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8F75A-9A9A-581F-D707-B4D0AD1006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B7385D-7104-1558-2B10-88CFE4E6F8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FB6606-2CF1-E6D5-5A92-274B74737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EE646B-2060-BC8F-D85E-3D2137863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20CA72-A676-D6DE-BE3B-DB10F44E8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6290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CDA8C-46E1-D60E-4695-48919E7E6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6A59EB-39C8-E7F1-7A72-1C2A37614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16469A-4391-3F6A-035B-C83284B7B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15586F-EB0C-56F5-0CAA-8615BDA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4F7DA8-F2C8-0171-3784-CF0975DA0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D7569B-D0A8-FE16-C0EF-592345789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160C63-F3D9-3903-E45E-91CDD358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390784A-A4E3-BC4F-5D61-D9537B650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6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B05409-15DB-5C89-F583-9959691F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28998B-409D-8EF8-31D4-20AC3A09F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F4D36-2E21-B58E-B957-16DB344DB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FF49B5-BCF3-9D31-87D2-B0AECA76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152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3A80489-F2E0-4E66-1144-67CED068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2BDD3B3-3529-6B03-10E9-CDE688E63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A013BF-D3DC-8DB9-668A-D0F0AB24A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372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E4BF2C-429E-FE8C-A52B-EE44BF703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2779B0-F20D-DF60-79E8-3F692BA38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06C272-B463-97CB-FA9F-57CF469E7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066AE6-558C-D180-461E-71FB03FD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85E0F3-CD80-C87B-4891-DB3E40CF7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8553A0-4325-5A7A-8417-AE86967A8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2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187A94-D41A-A03E-4124-EE90E1A5F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3FB9E5-0B85-1FC9-5BC0-9E3BA3788F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B148B5-2A36-5001-E445-1E5F5E0218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45572-88C2-9A4E-9D5E-E3C0F8D73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C51CC2-B7D0-1FD9-1CF5-7068AF738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3F6D4C-E0C1-1D03-DA67-B52C9642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99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410D1-7527-9458-4BA1-DEAB873E9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CDA429C-8CC0-5B7B-8BD6-DBC3C6D22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53CA92-1240-EE7A-49F1-9347E784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D98F2B-1833-E26F-DE98-6D91240B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DE1AC5-6B22-8D65-7182-B6AD35CEF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369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E08FC70-F9E8-5184-67DB-FDFE630532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D936DE-54D0-8CAB-65A3-5B60831CE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D6D99-FE5B-AC27-82E3-BFD1E91AA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58D91D-896F-7130-677C-F5E714C73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B2EE1E-0721-EB26-4D68-54D1A75B4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76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2319448-528B-994F-4036-42D5BDCB1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9DCE75-C3F6-CC89-98A0-A1620E3657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6592C-33DF-B684-680D-0CC2A0D832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F1745C-309A-B5A9-9B3D-5944846AF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37BC9D-AA7B-3A90-AD82-3401408B1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5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450638E-D0E1-2F43-E18C-A1D58BBEC3DB}"/>
              </a:ext>
            </a:extLst>
          </p:cNvPr>
          <p:cNvSpPr txBox="1"/>
          <p:nvPr/>
        </p:nvSpPr>
        <p:spPr>
          <a:xfrm>
            <a:off x="379512" y="299392"/>
            <a:ext cx="386449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>
                <a:solidFill>
                  <a:schemeClr val="bg1"/>
                </a:solidFill>
              </a:rPr>
              <a:t>프론트 프로젝트</a:t>
            </a:r>
            <a:endParaRPr lang="ko-KR" altLang="en-US" sz="65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9AEDA-5AC4-7027-7EC3-51FC869937F8}"/>
              </a:ext>
            </a:extLst>
          </p:cNvPr>
          <p:cNvSpPr txBox="1"/>
          <p:nvPr/>
        </p:nvSpPr>
        <p:spPr>
          <a:xfrm>
            <a:off x="10625728" y="4226363"/>
            <a:ext cx="863907" cy="205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이현겸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박세인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장해든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송주창</a:t>
            </a:r>
            <a:endParaRPr lang="ko-KR" altLang="en-US" sz="2200" dirty="0">
              <a:solidFill>
                <a:schemeClr val="bg1"/>
              </a:solidFill>
            </a:endParaRPr>
          </a:p>
        </p:txBody>
      </p:sp>
      <p:pic>
        <p:nvPicPr>
          <p:cNvPr id="1030" name="Picture 6" descr="Puma transparent white logo #1243 - Free Transparent PNG Logos">
            <a:extLst>
              <a:ext uri="{FF2B5EF4-FFF2-40B4-BE49-F238E27FC236}">
                <a16:creationId xmlns:a16="http://schemas.microsoft.com/office/drawing/2014/main" id="{CAB142F3-F8B6-86CE-6A58-603C8D924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481" y="1618820"/>
            <a:ext cx="6311436" cy="326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0674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FD4BC-7448-C5BA-E3F5-0A928309D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D44E0E-248E-F659-8964-EACAA2203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5574" y="1825625"/>
            <a:ext cx="7480852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ko-KR" altLang="en-US" dirty="0"/>
              <a:t>구현 페이지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Indexl.html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Product.html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Detail.html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Cart.html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450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668A-0187-E8F2-293C-A4C7AE5C7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A53FBB-ADF8-341D-532A-36AB71C1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설계 페이지</a:t>
            </a:r>
          </a:p>
        </p:txBody>
      </p:sp>
      <p:pic>
        <p:nvPicPr>
          <p:cNvPr id="7" name="그림 6" descr="신발류, 스크린샷, 하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83F068-54DC-E7B5-69EB-A1B74D94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14" y="1115882"/>
            <a:ext cx="3858499" cy="1814700"/>
          </a:xfrm>
          <a:prstGeom prst="rect">
            <a:avLst/>
          </a:prstGeom>
        </p:spPr>
      </p:pic>
      <p:pic>
        <p:nvPicPr>
          <p:cNvPr id="9" name="그림 8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58E3C6-5ABA-03D5-F894-6444B4E22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614" y="1516769"/>
            <a:ext cx="3858499" cy="1838816"/>
          </a:xfrm>
          <a:prstGeom prst="rect">
            <a:avLst/>
          </a:prstGeom>
        </p:spPr>
      </p:pic>
      <p:pic>
        <p:nvPicPr>
          <p:cNvPr id="11" name="그림 10" descr="텍스트, 의류, 스크린샷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B5D6C9-3348-265C-06F2-013B9191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614" y="1941772"/>
            <a:ext cx="3858499" cy="1834796"/>
          </a:xfrm>
          <a:prstGeom prst="rect">
            <a:avLst/>
          </a:prstGeom>
        </p:spPr>
      </p:pic>
      <p:pic>
        <p:nvPicPr>
          <p:cNvPr id="13" name="그림 12" descr="텍스트, 스크린샷, 소프트웨어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F8FBE-9658-F774-6F48-AF5F63287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615" y="2362756"/>
            <a:ext cx="3858500" cy="18106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03ADB6-CEB7-838F-296B-1400617D7C15}"/>
              </a:ext>
            </a:extLst>
          </p:cNvPr>
          <p:cNvSpPr txBox="1"/>
          <p:nvPr/>
        </p:nvSpPr>
        <p:spPr>
          <a:xfrm>
            <a:off x="5883565" y="4867564"/>
            <a:ext cx="48952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메인 화면</a:t>
            </a:r>
            <a:r>
              <a:rPr lang="en-US" altLang="ko-KR" sz="3000" dirty="0">
                <a:solidFill>
                  <a:schemeClr val="bg1"/>
                </a:solidFill>
              </a:rPr>
              <a:t>(index.html) - </a:t>
            </a:r>
            <a:r>
              <a:rPr lang="ko-KR" altLang="en-US" sz="3000" dirty="0">
                <a:solidFill>
                  <a:schemeClr val="bg1"/>
                </a:solidFill>
              </a:rPr>
              <a:t>박세인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979CA-8046-376F-3507-A102E1A49BA3}"/>
              </a:ext>
            </a:extLst>
          </p:cNvPr>
          <p:cNvSpPr txBox="1"/>
          <p:nvPr/>
        </p:nvSpPr>
        <p:spPr>
          <a:xfrm>
            <a:off x="5438714" y="4867564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신상품 화면</a:t>
            </a:r>
            <a:r>
              <a:rPr lang="en-US" altLang="ko-KR" sz="3000" dirty="0">
                <a:solidFill>
                  <a:schemeClr val="bg1"/>
                </a:solidFill>
              </a:rPr>
              <a:t>(product.html)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장해든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E2D9A8-5BC5-35D0-5FB2-EDECAE628F72}"/>
              </a:ext>
            </a:extLst>
          </p:cNvPr>
          <p:cNvSpPr txBox="1"/>
          <p:nvPr/>
        </p:nvSpPr>
        <p:spPr>
          <a:xfrm>
            <a:off x="5438714" y="4883536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상품 상세 화면</a:t>
            </a:r>
            <a:r>
              <a:rPr lang="en-US" altLang="ko-KR" sz="3000" dirty="0">
                <a:solidFill>
                  <a:schemeClr val="bg1"/>
                </a:solidFill>
              </a:rPr>
              <a:t>(detail.html) - </a:t>
            </a:r>
            <a:r>
              <a:rPr lang="ko-KR" altLang="en-US" sz="3000" dirty="0">
                <a:solidFill>
                  <a:schemeClr val="bg1"/>
                </a:solidFill>
              </a:rPr>
              <a:t>이현겸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9E8AD-108F-B50D-B225-1973CE776B48}"/>
              </a:ext>
            </a:extLst>
          </p:cNvPr>
          <p:cNvSpPr txBox="1"/>
          <p:nvPr/>
        </p:nvSpPr>
        <p:spPr>
          <a:xfrm>
            <a:off x="5438714" y="4848515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장바구니 화면</a:t>
            </a:r>
            <a:r>
              <a:rPr lang="en-US" altLang="ko-KR" sz="3000" dirty="0">
                <a:solidFill>
                  <a:schemeClr val="bg1"/>
                </a:solidFill>
              </a:rPr>
              <a:t>(cart.html)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송주창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05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10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2.59259E-6 L 0.49648 0.19097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18" y="953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decel="49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8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path" presetSubtype="0" accel="13000" decel="64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59259E-6 L 0.49414 0.13357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701" y="6667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8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path" presetSubtype="0" accel="21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85185E-6 L 0.49609 0.06898 " pathEditMode="relative" rAng="0" ptsTypes="AA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05" y="3449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5" dur="1000" fill="hold"/>
                                        <p:tgtEl>
                                          <p:spTgt spid="1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8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path" presetSubtype="0" accel="13000" decel="67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11111E-6 L 0.49687 0.01227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44" y="602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1" dur="1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8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5" grpId="1"/>
      <p:bldP spid="16" grpId="0"/>
      <p:bldP spid="16" grpId="1"/>
      <p:bldP spid="1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5572D-E4EB-E08D-2597-4157E4D8E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394D1E-81B4-C30E-9FFB-266192390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2800671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A03F-FAF2-8E60-346F-689C0C8FC986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8" name="그림 7" descr="스크린샷, 도표, 텍스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09DB36-8B36-53A9-ED7E-F8D4A1FEC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466" y="273326"/>
            <a:ext cx="4803067" cy="631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782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D784-310D-3124-1221-1B70B0709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9A311E-8F87-20AD-02FF-934CBF87B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B5D309-15C9-F69D-A8F4-89D2DB8DB666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</a:p>
        </p:txBody>
      </p:sp>
    </p:spTree>
    <p:extLst>
      <p:ext uri="{BB962C8B-B14F-4D97-AF65-F5344CB8AC3E}">
        <p14:creationId xmlns:p14="http://schemas.microsoft.com/office/powerpoint/2010/main" val="3772022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31B25-8F8F-E9EE-8051-131E7991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8D7AE-3E72-C792-6FA0-076B5B612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447252-4D3A-2CB3-C202-C9576DBB59E0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7" name="그림 6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CBF708-E71D-364D-2C61-601E2BDB0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897" y="305555"/>
            <a:ext cx="4804206" cy="624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95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F3803-DE43-B467-EEAE-3D424768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443C7-0686-7DE3-7439-C7FC959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F6B62-16AE-78DB-BD81-DA19C63B0AE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도표, 친필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9400B-3330-F737-C68D-A800E127D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498" y="308113"/>
            <a:ext cx="4809003" cy="6241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43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E9CE-D8F1-D631-C237-1A45AB0B0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D594E4-B32F-7C2E-5F53-A4FD2191D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F7D88-7368-82AB-BD54-C86D041C0E80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</a:p>
        </p:txBody>
      </p:sp>
    </p:spTree>
    <p:extLst>
      <p:ext uri="{BB962C8B-B14F-4D97-AF65-F5344CB8AC3E}">
        <p14:creationId xmlns:p14="http://schemas.microsoft.com/office/powerpoint/2010/main" val="2739812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77EB7-B078-C6E6-3840-C72FE3C1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FDF14-1B70-8388-7691-7DE9DDC27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DEEAC-413F-14B0-28A0-A466DAFBECA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3" name="그림 2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17A6F78-7252-B439-4324-E1A63E674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b="69248"/>
          <a:stretch>
            <a:fillRect/>
          </a:stretch>
        </p:blipFill>
        <p:spPr>
          <a:xfrm>
            <a:off x="3101009" y="651013"/>
            <a:ext cx="6136952" cy="555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49C31-8233-C23C-CFE0-99DCAFE02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90C7C-6851-3A37-1756-317F93B40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3591DB-2B78-512D-7549-967581B6683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ED39CD-2E76-8266-67A6-AAEF44CD5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3" t="50000" r="4694" b="17229"/>
          <a:stretch>
            <a:fillRect/>
          </a:stretch>
        </p:blipFill>
        <p:spPr>
          <a:xfrm>
            <a:off x="3269974" y="459139"/>
            <a:ext cx="5784574" cy="615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400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01B1-25B9-7E29-86E7-5EF0D5A4E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E30E83-8407-2254-5794-4249E3688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A38840-161E-AAA4-BC33-2B6A452F1CD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</a:p>
        </p:txBody>
      </p:sp>
    </p:spTree>
    <p:extLst>
      <p:ext uri="{BB962C8B-B14F-4D97-AF65-F5344CB8AC3E}">
        <p14:creationId xmlns:p14="http://schemas.microsoft.com/office/powerpoint/2010/main" val="13336159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5EC3-8BEF-A945-2A49-0A9073C79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2EF8D-3F41-359F-60C3-69806BF89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E704A-B1CE-CE61-3473-E0EEF108901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의류, 사람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1E40A5-912C-2A09-075C-B79AFA33F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21" y="1948214"/>
            <a:ext cx="5277054" cy="2961571"/>
          </a:xfrm>
          <a:prstGeom prst="rect">
            <a:avLst/>
          </a:prstGeom>
        </p:spPr>
      </p:pic>
      <p:pic>
        <p:nvPicPr>
          <p:cNvPr id="7" name="그림 6" descr="텍스트, 스크린샷, 소프트웨어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270A13-50A2-864E-DECE-7CBB28DE0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362949"/>
            <a:ext cx="5277054" cy="2955311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81C-C753-2F9C-833C-05F5BB67C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79" y="3523194"/>
            <a:ext cx="5277054" cy="297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67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34E82-264E-6A88-49FF-F12F925A4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82700-CD40-0D4F-B9FB-9A2A559D9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0F89AF-7B75-99ED-37CC-801546F8B557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</a:p>
        </p:txBody>
      </p:sp>
    </p:spTree>
    <p:extLst>
      <p:ext uri="{BB962C8B-B14F-4D97-AF65-F5344CB8AC3E}">
        <p14:creationId xmlns:p14="http://schemas.microsoft.com/office/powerpoint/2010/main" val="3234556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1">
      <a:majorFont>
        <a:latin typeface="Do Hyeon"/>
        <a:ea typeface="Do Hyeon"/>
        <a:cs typeface=""/>
      </a:majorFont>
      <a:minorFont>
        <a:latin typeface="Do Hyeon"/>
        <a:ea typeface="Do Hyeo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110</Words>
  <Application>Microsoft Office PowerPoint</Application>
  <PresentationFormat>와이드스크린</PresentationFormat>
  <Paragraphs>36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Do Hyeon</vt:lpstr>
      <vt:lpstr>Arial</vt:lpstr>
      <vt:lpstr>Office 테마</vt:lpstr>
      <vt:lpstr>PowerPoint 프레젠테이션</vt:lpstr>
      <vt:lpstr>목차</vt:lpstr>
      <vt:lpstr>설계 페이지</vt:lpstr>
      <vt:lpstr>index.html</vt:lpstr>
      <vt:lpstr>index.html</vt:lpstr>
      <vt:lpstr>product.html</vt:lpstr>
      <vt:lpstr>product.html</vt:lpstr>
      <vt:lpstr>product.html</vt:lpstr>
      <vt:lpstr>detail.html</vt:lpstr>
      <vt:lpstr>detail.html</vt:lpstr>
      <vt:lpstr>detail.html</vt:lpstr>
      <vt:lpstr>cart.html</vt:lpstr>
      <vt:lpstr>cart.html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현겸 이</dc:creator>
  <cp:lastModifiedBy>현겸 이</cp:lastModifiedBy>
  <cp:revision>2</cp:revision>
  <dcterms:created xsi:type="dcterms:W3CDTF">2026-02-25T02:04:35Z</dcterms:created>
  <dcterms:modified xsi:type="dcterms:W3CDTF">2026-02-25T03:04:58Z</dcterms:modified>
</cp:coreProperties>
</file>