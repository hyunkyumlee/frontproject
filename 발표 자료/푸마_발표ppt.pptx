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63" r:id="rId15"/>
    <p:sldId id="268" r:id="rId16"/>
    <p:sldId id="264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65" r:id="rId25"/>
    <p:sldId id="281" r:id="rId26"/>
    <p:sldId id="283" r:id="rId27"/>
    <p:sldId id="284" r:id="rId28"/>
    <p:sldId id="286" r:id="rId29"/>
    <p:sldId id="287" r:id="rId30"/>
    <p:sldId id="288" r:id="rId31"/>
    <p:sldId id="289" r:id="rId32"/>
    <p:sldId id="290" r:id="rId33"/>
    <p:sldId id="291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10080783" y="4134000"/>
            <a:ext cx="863907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1"/>
            <a:ext cx="7480852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45863" y="1939368"/>
            <a:ext cx="516688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57930" y="1934628"/>
            <a:ext cx="63674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/>
              <a:t>nav</a:t>
            </a:r>
            <a:r>
              <a:rPr lang="ko-KR" altLang="en-US" sz="1400" b="1" dirty="0"/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315194" y="1966201"/>
            <a:ext cx="71417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err="1"/>
              <a:t>검색바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1966202"/>
            <a:ext cx="92538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4156882" cy="5667375"/>
              <a:chOff x="347720" y="1052974"/>
              <a:chExt cx="4156882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19" y="5622295"/>
                <a:ext cx="2570183" cy="38199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클릭 시 </a:t>
                </a:r>
                <a:r>
                  <a:rPr lang="en-US" altLang="ko-KR" sz="1400" b="1" dirty="0"/>
                  <a:t>detail.html</a:t>
                </a:r>
                <a:r>
                  <a:rPr lang="ko-KR" altLang="en-US" sz="14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087812" y="2529694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주요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571278" y="1644072"/>
            <a:ext cx="524722" cy="885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297187"/>
            <a:ext cx="24416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Mouse hover </a:t>
            </a:r>
            <a:r>
              <a:rPr lang="ko-KR" altLang="en-US" sz="1400" dirty="0"/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2DF27C1-AE9D-F764-AB3E-19E1118E5736}"/>
              </a:ext>
            </a:extLst>
          </p:cNvPr>
          <p:cNvGrpSpPr/>
          <p:nvPr/>
        </p:nvGrpSpPr>
        <p:grpSpPr>
          <a:xfrm>
            <a:off x="360973" y="1938635"/>
            <a:ext cx="4606953" cy="3297296"/>
            <a:chOff x="0" y="1315620"/>
            <a:chExt cx="6096000" cy="3348793"/>
          </a:xfrm>
        </p:grpSpPr>
        <p:pic>
          <p:nvPicPr>
            <p:cNvPr id="22" name="그림 21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DB6D4C-755E-39E4-49F7-718D96B59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23" name="그림 22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932BCA2-E48F-0992-5A53-A65B41F52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88B69E0-B721-4BC1-D9F6-D32929B8E930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 flipV="1">
            <a:off x="1146600" y="2381855"/>
            <a:ext cx="4664958" cy="15593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26F79-0FDF-9EDA-E7EE-83F92E91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A4FE9D-2682-5ECE-9D16-353DEACC6D5C}"/>
              </a:ext>
            </a:extLst>
          </p:cNvPr>
          <p:cNvSpPr txBox="1"/>
          <p:nvPr/>
        </p:nvSpPr>
        <p:spPr>
          <a:xfrm>
            <a:off x="4649863" y="1765804"/>
            <a:ext cx="1066318" cy="523220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모달창</a:t>
            </a:r>
            <a:r>
              <a:rPr lang="ko-KR" altLang="en-US" sz="1400" dirty="0"/>
              <a:t> 띄우기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094FB48-48D3-ABF8-8B7D-024CDFCD8A39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80D9D-DF8B-5713-4EF0-CA2012341F91}"/>
              </a:ext>
            </a:extLst>
          </p:cNvPr>
          <p:cNvSpPr txBox="1"/>
          <p:nvPr/>
        </p:nvSpPr>
        <p:spPr>
          <a:xfrm>
            <a:off x="5960883" y="2649397"/>
            <a:ext cx="1620957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</a:t>
            </a:r>
            <a:r>
              <a:rPr lang="en-US" altLang="ko-KR" sz="1400" dirty="0"/>
              <a:t>main</a:t>
            </a:r>
            <a:r>
              <a:rPr lang="ko-KR" altLang="en-US" sz="1400" dirty="0"/>
              <a:t>페이지로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BDC30F-11B1-62DC-DF13-8E1149438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336D755-04DB-C5A0-906E-8A64C0812B0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A0EC21-898D-8589-4833-234659F5BFC5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B665A1-2CE1-E618-8662-3B134215E0FB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4D1738-D8F5-6160-299D-947ED28D44FB}"/>
              </a:ext>
            </a:extLst>
          </p:cNvPr>
          <p:cNvSpPr txBox="1"/>
          <p:nvPr/>
        </p:nvSpPr>
        <p:spPr>
          <a:xfrm>
            <a:off x="10407526" y="2411411"/>
            <a:ext cx="1175323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창 닫힘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5AE006-9DBB-FFD2-E77A-A93C227ED3CC}"/>
              </a:ext>
            </a:extLst>
          </p:cNvPr>
          <p:cNvSpPr txBox="1"/>
          <p:nvPr/>
        </p:nvSpPr>
        <p:spPr>
          <a:xfrm>
            <a:off x="6293329" y="3923146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모달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6AF001B-F353-D30E-41F6-A0B36AADCF13}"/>
              </a:ext>
            </a:extLst>
          </p:cNvPr>
          <p:cNvSpPr/>
          <p:nvPr/>
        </p:nvSpPr>
        <p:spPr>
          <a:xfrm>
            <a:off x="333451" y="3781493"/>
            <a:ext cx="813149" cy="319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25945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619BA-23D3-B836-D7C4-AB84A3B7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8ED7-E0B7-641B-8894-AB1E5D911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1737150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시연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63F68-07AD-34B4-8031-7CF68E98A0F6}"/>
              </a:ext>
            </a:extLst>
          </p:cNvPr>
          <p:cNvSpPr txBox="1"/>
          <p:nvPr/>
        </p:nvSpPr>
        <p:spPr>
          <a:xfrm>
            <a:off x="2128982" y="3500582"/>
            <a:ext cx="7934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</a:rPr>
              <a:t>Github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링크</a:t>
            </a:r>
          </a:p>
        </p:txBody>
      </p:sp>
    </p:spTree>
    <p:extLst>
      <p:ext uri="{BB962C8B-B14F-4D97-AF65-F5344CB8AC3E}">
        <p14:creationId xmlns:p14="http://schemas.microsoft.com/office/powerpoint/2010/main" val="3241496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1976</Words>
  <Application>Microsoft Office PowerPoint</Application>
  <PresentationFormat>와이드스크린</PresentationFormat>
  <Paragraphs>287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9</cp:revision>
  <dcterms:created xsi:type="dcterms:W3CDTF">2026-02-25T02:04:35Z</dcterms:created>
  <dcterms:modified xsi:type="dcterms:W3CDTF">2026-02-25T06:53:02Z</dcterms:modified>
</cp:coreProperties>
</file>