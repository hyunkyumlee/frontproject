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71" r:id="rId9"/>
    <p:sldId id="272" r:id="rId10"/>
    <p:sldId id="273" r:id="rId11"/>
    <p:sldId id="261" r:id="rId12"/>
    <p:sldId id="267" r:id="rId13"/>
    <p:sldId id="262" r:id="rId14"/>
    <p:sldId id="263" r:id="rId15"/>
    <p:sldId id="268" r:id="rId16"/>
    <p:sldId id="264" r:id="rId17"/>
    <p:sldId id="265" r:id="rId18"/>
    <p:sldId id="266" r:id="rId1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0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7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10080783" y="4134000"/>
            <a:ext cx="863907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1"/>
            <a:ext cx="7480852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header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AB00C41E-AE5E-7BA2-5892-324F3B3F08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2195442"/>
            <a:ext cx="11717518" cy="539583"/>
          </a:xfrm>
          <a:prstGeom prst="rect">
            <a:avLst/>
          </a:prstGeom>
        </p:spPr>
      </p:pic>
      <p:sp>
        <p:nvSpPr>
          <p:cNvPr id="4" name="직사각형 3">
            <a:extLst>
              <a:ext uri="{FF2B5EF4-FFF2-40B4-BE49-F238E27FC236}">
                <a16:creationId xmlns:a16="http://schemas.microsoft.com/office/drawing/2014/main" id="{D04B89C8-5629-6491-C836-094E23B30B9A}"/>
              </a:ext>
            </a:extLst>
          </p:cNvPr>
          <p:cNvSpPr/>
          <p:nvPr/>
        </p:nvSpPr>
        <p:spPr>
          <a:xfrm>
            <a:off x="424207" y="2266381"/>
            <a:ext cx="36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A96C6AE-4CFE-057C-1C63-91979B91C7D0}"/>
              </a:ext>
            </a:extLst>
          </p:cNvPr>
          <p:cNvSpPr txBox="1"/>
          <p:nvPr/>
        </p:nvSpPr>
        <p:spPr>
          <a:xfrm>
            <a:off x="350996" y="2002271"/>
            <a:ext cx="516688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>
                <a:highlight>
                  <a:srgbClr val="FFFF00"/>
                </a:highlight>
              </a:rPr>
              <a:t>로고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E1911C1-BFA2-C443-DB0F-71C38BFAECE9}"/>
              </a:ext>
            </a:extLst>
          </p:cNvPr>
          <p:cNvSpPr/>
          <p:nvPr/>
        </p:nvSpPr>
        <p:spPr>
          <a:xfrm>
            <a:off x="895543" y="2285235"/>
            <a:ext cx="5400000" cy="35999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87AC92-1552-9AD3-3BBB-EFE9B84B7D8E}"/>
              </a:ext>
            </a:extLst>
          </p:cNvPr>
          <p:cNvSpPr txBox="1"/>
          <p:nvPr/>
        </p:nvSpPr>
        <p:spPr>
          <a:xfrm>
            <a:off x="3171559" y="1978333"/>
            <a:ext cx="636742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300" b="1" dirty="0">
                <a:highlight>
                  <a:srgbClr val="FFFF00"/>
                </a:highlight>
              </a:rPr>
              <a:t>nav</a:t>
            </a:r>
            <a:r>
              <a:rPr lang="ko-KR" altLang="en-US" sz="1300" b="1" dirty="0">
                <a:highlight>
                  <a:srgbClr val="FFFF00"/>
                </a:highlight>
              </a:rPr>
              <a:t>바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59F6525B-C585-8729-6860-FD1667AB8165}"/>
              </a:ext>
            </a:extLst>
          </p:cNvPr>
          <p:cNvSpPr/>
          <p:nvPr/>
        </p:nvSpPr>
        <p:spPr>
          <a:xfrm>
            <a:off x="9942603" y="2294659"/>
            <a:ext cx="143555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C54EAAE-E6A9-792B-C4BB-0E0E91D0AB33}"/>
              </a:ext>
            </a:extLst>
          </p:cNvPr>
          <p:cNvSpPr/>
          <p:nvPr/>
        </p:nvSpPr>
        <p:spPr>
          <a:xfrm>
            <a:off x="11407794" y="2294659"/>
            <a:ext cx="180000" cy="36000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AEE5C2-16CF-F297-E833-CC191942358B}"/>
              </a:ext>
            </a:extLst>
          </p:cNvPr>
          <p:cNvSpPr txBox="1"/>
          <p:nvPr/>
        </p:nvSpPr>
        <p:spPr>
          <a:xfrm>
            <a:off x="10400026" y="2002271"/>
            <a:ext cx="714176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 err="1">
                <a:highlight>
                  <a:srgbClr val="FFFF00"/>
                </a:highlight>
              </a:rPr>
              <a:t>검색바</a:t>
            </a:r>
            <a:endParaRPr lang="ko-KR" altLang="en-US" sz="1300" b="1" dirty="0">
              <a:highlight>
                <a:srgbClr val="FFFF00"/>
              </a:highlight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F7E4B71-9559-944F-F4E5-14710818F453}"/>
              </a:ext>
            </a:extLst>
          </p:cNvPr>
          <p:cNvSpPr txBox="1"/>
          <p:nvPr/>
        </p:nvSpPr>
        <p:spPr>
          <a:xfrm>
            <a:off x="11125099" y="2002271"/>
            <a:ext cx="925389" cy="2923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300" b="1" dirty="0">
                <a:highlight>
                  <a:srgbClr val="FFFF00"/>
                </a:highlight>
              </a:rPr>
              <a:t>장바구니</a:t>
            </a:r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B1358534-6A68-8524-B79B-F8BCAF2DB11D}"/>
              </a:ext>
            </a:extLst>
          </p:cNvPr>
          <p:cNvGrpSpPr/>
          <p:nvPr/>
        </p:nvGrpSpPr>
        <p:grpSpPr>
          <a:xfrm>
            <a:off x="1256692" y="2824818"/>
            <a:ext cx="2705573" cy="1828305"/>
            <a:chOff x="903998" y="1907700"/>
            <a:chExt cx="2705573" cy="1828305"/>
          </a:xfrm>
        </p:grpSpPr>
        <p:pic>
          <p:nvPicPr>
            <p:cNvPr id="14" name="그림 13" descr="텍스트, 폰트, 스크린샷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023A2FF8-74EE-59E2-6875-DF64A97948F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25350" y="1907700"/>
              <a:ext cx="2584221" cy="1224104"/>
            </a:xfrm>
            <a:prstGeom prst="rect">
              <a:avLst/>
            </a:prstGeom>
          </p:spPr>
        </p:pic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F4865BD9-2EE9-0E0C-23AD-2BE832164452}"/>
                </a:ext>
              </a:extLst>
            </p:cNvPr>
            <p:cNvSpPr txBox="1"/>
            <p:nvPr/>
          </p:nvSpPr>
          <p:spPr>
            <a:xfrm>
              <a:off x="987475" y="3212785"/>
              <a:ext cx="2136132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화면 사이즈 줄이면 </a:t>
              </a:r>
              <a:endParaRPr lang="en-US" altLang="ko-KR" sz="1400" dirty="0">
                <a:solidFill>
                  <a:schemeClr val="bg1"/>
                </a:solidFill>
              </a:endParaRPr>
            </a:p>
            <a:p>
              <a:r>
                <a:rPr lang="ko-KR" altLang="en-US" sz="1400" dirty="0">
                  <a:solidFill>
                    <a:schemeClr val="bg1"/>
                  </a:solidFill>
                </a:rPr>
                <a:t>메뉴 간격</a:t>
              </a:r>
              <a:r>
                <a:rPr lang="en-US" altLang="ko-KR" sz="1400" dirty="0">
                  <a:solidFill>
                    <a:schemeClr val="bg1"/>
                  </a:solidFill>
                </a:rPr>
                <a:t>, </a:t>
              </a:r>
              <a:r>
                <a:rPr lang="ko-KR" altLang="en-US" sz="1400" dirty="0">
                  <a:solidFill>
                    <a:schemeClr val="bg1"/>
                  </a:solidFill>
                </a:rPr>
                <a:t>글씨가 줄어듦</a:t>
              </a:r>
              <a:endParaRPr lang="en-US" altLang="ko-KR" sz="1400" dirty="0">
                <a:solidFill>
                  <a:schemeClr val="bg1"/>
                </a:solidFill>
              </a:endParaRPr>
            </a:p>
          </p:txBody>
        </p:sp>
        <p:cxnSp>
          <p:nvCxnSpPr>
            <p:cNvPr id="16" name="연결선: 꺾임 15">
              <a:extLst>
                <a:ext uri="{FF2B5EF4-FFF2-40B4-BE49-F238E27FC236}">
                  <a16:creationId xmlns:a16="http://schemas.microsoft.com/office/drawing/2014/main" id="{06AF871B-44F8-D444-DE1A-BA3F0753367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765246" y="2859315"/>
              <a:ext cx="620244" cy="342740"/>
            </a:xfrm>
            <a:prstGeom prst="bentConnector4">
              <a:avLst>
                <a:gd name="adj1" fmla="val 32632"/>
                <a:gd name="adj2" fmla="val 166698"/>
              </a:avLst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A6365C5F-9CB1-AF4E-35D1-9949C28CAE3E}"/>
                </a:ext>
              </a:extLst>
            </p:cNvPr>
            <p:cNvSpPr/>
            <p:nvPr/>
          </p:nvSpPr>
          <p:spPr>
            <a:xfrm>
              <a:off x="1249394" y="2596796"/>
              <a:ext cx="2257378" cy="382793"/>
            </a:xfrm>
            <a:prstGeom prst="rect">
              <a:avLst/>
            </a:prstGeom>
            <a:noFill/>
            <a:ln>
              <a:solidFill>
                <a:srgbClr val="A02B93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>
                <a:ln>
                  <a:solidFill>
                    <a:srgbClr val="A02B93"/>
                  </a:solidFill>
                </a:ln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46E60022-D1FD-AD98-AA58-91106903620F}"/>
              </a:ext>
            </a:extLst>
          </p:cNvPr>
          <p:cNvGrpSpPr/>
          <p:nvPr/>
        </p:nvGrpSpPr>
        <p:grpSpPr>
          <a:xfrm>
            <a:off x="8280555" y="2657414"/>
            <a:ext cx="3674204" cy="1571288"/>
            <a:chOff x="8270960" y="1737541"/>
            <a:chExt cx="3674204" cy="1571288"/>
          </a:xfrm>
        </p:grpSpPr>
        <p:pic>
          <p:nvPicPr>
            <p:cNvPr id="19" name="그림 18" descr="텍스트, 폰트, 스크린샷, 라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9404E82F-E885-5D4F-45C3-542BF25BFC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8322764" y="2613407"/>
              <a:ext cx="3622400" cy="695422"/>
            </a:xfrm>
            <a:prstGeom prst="rect">
              <a:avLst/>
            </a:prstGeom>
          </p:spPr>
        </p:pic>
        <p:cxnSp>
          <p:nvCxnSpPr>
            <p:cNvPr id="20" name="직선 화살표 연결선 19">
              <a:extLst>
                <a:ext uri="{FF2B5EF4-FFF2-40B4-BE49-F238E27FC236}">
                  <a16:creationId xmlns:a16="http://schemas.microsoft.com/office/drawing/2014/main" id="{4E194E52-14D8-6890-4896-A4FC8FD35F33}"/>
                </a:ext>
              </a:extLst>
            </p:cNvPr>
            <p:cNvCxnSpPr>
              <a:endCxn id="19" idx="0"/>
            </p:cNvCxnSpPr>
            <p:nvPr/>
          </p:nvCxnSpPr>
          <p:spPr>
            <a:xfrm flipH="1">
              <a:off x="10133964" y="1737541"/>
              <a:ext cx="1363830" cy="875866"/>
            </a:xfrm>
            <a:prstGeom prst="straightConnector1">
              <a:avLst/>
            </a:prstGeom>
            <a:ln>
              <a:tailEnd type="triangle"/>
            </a:ln>
          </p:spPr>
          <p:style>
            <a:lnRef idx="3">
              <a:schemeClr val="accent5"/>
            </a:lnRef>
            <a:fillRef idx="0">
              <a:schemeClr val="accent5"/>
            </a:fillRef>
            <a:effectRef idx="2">
              <a:schemeClr val="accent5"/>
            </a:effectRef>
            <a:fontRef idx="minor">
              <a:schemeClr val="tx1"/>
            </a:fontRef>
          </p:style>
        </p:cxn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1D9D8088-BAC8-405C-CBB6-9494BB1F5569}"/>
                </a:ext>
              </a:extLst>
            </p:cNvPr>
            <p:cNvSpPr txBox="1"/>
            <p:nvPr/>
          </p:nvSpPr>
          <p:spPr>
            <a:xfrm>
              <a:off x="8270960" y="2161795"/>
              <a:ext cx="2319866" cy="30777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400" dirty="0">
                  <a:solidFill>
                    <a:schemeClr val="bg1"/>
                  </a:solidFill>
                </a:rPr>
                <a:t>아이콘 클릭 시 </a:t>
              </a:r>
              <a:r>
                <a:rPr lang="en-US" altLang="ko-KR" sz="1400" dirty="0">
                  <a:solidFill>
                    <a:schemeClr val="bg1"/>
                  </a:solidFill>
                </a:rPr>
                <a:t>cart.html</a:t>
              </a:r>
              <a:r>
                <a:rPr lang="ko-KR" altLang="en-US" sz="1400" dirty="0">
                  <a:solidFill>
                    <a:schemeClr val="bg1"/>
                  </a:solidFill>
                </a:rPr>
                <a:t>로 이동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260652-A485-CF19-5232-935DD7702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A555C11-FE62-25D5-DBDC-B2D2182289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C8AA4D-5053-9553-57F1-D7CB01DE61A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헤더</a:t>
            </a: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B69C3C56-59F4-A9DA-D123-052D9BE8C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41" y="1978333"/>
            <a:ext cx="11717518" cy="1429052"/>
          </a:xfrm>
          <a:prstGeom prst="rect">
            <a:avLst/>
          </a:prstGeom>
        </p:spPr>
      </p:pic>
      <p:pic>
        <p:nvPicPr>
          <p:cNvPr id="23" name="그림 22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6C12634-53CC-E0F3-C816-F8F63A8CE7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0918" y="3535601"/>
            <a:ext cx="2190161" cy="200249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25017556-1956-B3E7-4BCE-0B23F851B141}"/>
              </a:ext>
            </a:extLst>
          </p:cNvPr>
          <p:cNvSpPr txBox="1"/>
          <p:nvPr/>
        </p:nvSpPr>
        <p:spPr>
          <a:xfrm>
            <a:off x="1309562" y="3941912"/>
            <a:ext cx="319032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400" dirty="0">
                <a:solidFill>
                  <a:schemeClr val="bg1"/>
                </a:solidFill>
              </a:rPr>
              <a:t>메뉴에 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 드롭다운 메뉴 표시</a:t>
            </a:r>
          </a:p>
        </p:txBody>
      </p:sp>
      <p:sp>
        <p:nvSpPr>
          <p:cNvPr id="25" name="직사각형 24">
            <a:extLst>
              <a:ext uri="{FF2B5EF4-FFF2-40B4-BE49-F238E27FC236}">
                <a16:creationId xmlns:a16="http://schemas.microsoft.com/office/drawing/2014/main" id="{16B0E485-436B-7AD2-1DC1-3515693A0C1E}"/>
              </a:ext>
            </a:extLst>
          </p:cNvPr>
          <p:cNvSpPr/>
          <p:nvPr/>
        </p:nvSpPr>
        <p:spPr>
          <a:xfrm>
            <a:off x="6228454" y="4754223"/>
            <a:ext cx="1236188" cy="338977"/>
          </a:xfrm>
          <a:prstGeom prst="rect">
            <a:avLst/>
          </a:prstGeom>
          <a:noFill/>
          <a:ln>
            <a:solidFill>
              <a:srgbClr val="A02B9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n>
                <a:solidFill>
                  <a:srgbClr val="A02B93"/>
                </a:solidFill>
              </a:ln>
            </a:endParaRPr>
          </a:p>
        </p:txBody>
      </p:sp>
      <p:pic>
        <p:nvPicPr>
          <p:cNvPr id="26" name="그림 25" descr="텍스트, 폰트, 스크린샷, 번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8630C99D-92B9-47FF-C408-1EC0CC3560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8615" y="3536309"/>
            <a:ext cx="1952898" cy="733527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64EC029E-E98C-B70D-EEBF-E192DA9AA8C4}"/>
              </a:ext>
            </a:extLst>
          </p:cNvPr>
          <p:cNvSpPr txBox="1"/>
          <p:nvPr/>
        </p:nvSpPr>
        <p:spPr>
          <a:xfrm>
            <a:off x="8369580" y="4409833"/>
            <a:ext cx="29234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</a:rPr>
              <a:t>Opacity</a:t>
            </a:r>
            <a:r>
              <a:rPr lang="ko-KR" altLang="en-US" sz="1400" dirty="0">
                <a:solidFill>
                  <a:schemeClr val="bg1"/>
                </a:solidFill>
              </a:rPr>
              <a:t>와 </a:t>
            </a:r>
            <a:r>
              <a:rPr lang="en-US" altLang="ko-KR" sz="1400" dirty="0">
                <a:solidFill>
                  <a:schemeClr val="bg1"/>
                </a:solidFill>
              </a:rPr>
              <a:t>hidden</a:t>
            </a:r>
            <a:r>
              <a:rPr lang="ko-KR" altLang="en-US" sz="1400" dirty="0">
                <a:solidFill>
                  <a:schemeClr val="bg1"/>
                </a:solidFill>
              </a:rPr>
              <a:t>으로 보이지 않게 해두고</a:t>
            </a:r>
            <a:endParaRPr lang="en-US" altLang="ko-KR" sz="1400" dirty="0">
              <a:solidFill>
                <a:schemeClr val="bg1"/>
              </a:solidFill>
            </a:endParaRPr>
          </a:p>
          <a:p>
            <a:r>
              <a:rPr lang="ko-KR" altLang="en-US" sz="1400" dirty="0">
                <a:solidFill>
                  <a:schemeClr val="bg1"/>
                </a:solidFill>
              </a:rPr>
              <a:t>마우스 </a:t>
            </a:r>
            <a:r>
              <a:rPr lang="en-US" altLang="ko-KR" sz="1400" dirty="0">
                <a:solidFill>
                  <a:schemeClr val="bg1"/>
                </a:solidFill>
              </a:rPr>
              <a:t>hover </a:t>
            </a:r>
            <a:r>
              <a:rPr lang="ko-KR" altLang="en-US" sz="1400" dirty="0">
                <a:solidFill>
                  <a:schemeClr val="bg1"/>
                </a:solidFill>
              </a:rPr>
              <a:t>시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보이도록 함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A5F34B35-0447-612B-ED99-99FE99227766}"/>
              </a:ext>
            </a:extLst>
          </p:cNvPr>
          <p:cNvSpPr/>
          <p:nvPr/>
        </p:nvSpPr>
        <p:spPr>
          <a:xfrm>
            <a:off x="237240" y="2512860"/>
            <a:ext cx="11717517" cy="88274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30" name="직선 화살표 연결선 29">
            <a:extLst>
              <a:ext uri="{FF2B5EF4-FFF2-40B4-BE49-F238E27FC236}">
                <a16:creationId xmlns:a16="http://schemas.microsoft.com/office/drawing/2014/main" id="{745C432E-242C-F02D-B329-B53731F17A6A}"/>
              </a:ext>
            </a:extLst>
          </p:cNvPr>
          <p:cNvCxnSpPr>
            <a:cxnSpLocks/>
            <a:endCxn id="24" idx="0"/>
          </p:cNvCxnSpPr>
          <p:nvPr/>
        </p:nvCxnSpPr>
        <p:spPr>
          <a:xfrm>
            <a:off x="2904722" y="3429000"/>
            <a:ext cx="1" cy="512912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663637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D8E2D-D605-686C-0C58-A71777DCC2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F78786A-5814-0793-7702-0E389B76CC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C575666-1539-1CA3-588D-F32A5EC6415B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ko-KR" altLang="en-US" sz="2400" dirty="0">
                <a:solidFill>
                  <a:schemeClr val="bg1"/>
                </a:solidFill>
              </a:rPr>
              <a:t>메인 컨텐츠</a:t>
            </a:r>
            <a:r>
              <a:rPr lang="en-US" altLang="ko-KR" sz="2400" dirty="0">
                <a:solidFill>
                  <a:schemeClr val="bg1"/>
                </a:solidFill>
              </a:rPr>
              <a:t>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4" name="그림 3" descr="의류, 여성, 콜라주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11FCCCA-231E-ED45-3C99-F0023EEA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544166"/>
            <a:ext cx="5837492" cy="2199813"/>
          </a:xfrm>
          <a:prstGeom prst="rect">
            <a:avLst/>
          </a:prstGeom>
        </p:spPr>
      </p:pic>
      <p:grpSp>
        <p:nvGrpSpPr>
          <p:cNvPr id="5" name="그룹 4">
            <a:extLst>
              <a:ext uri="{FF2B5EF4-FFF2-40B4-BE49-F238E27FC236}">
                <a16:creationId xmlns:a16="http://schemas.microsoft.com/office/drawing/2014/main" id="{51977981-8770-87E8-0D14-43DDCBBEEAE2}"/>
              </a:ext>
            </a:extLst>
          </p:cNvPr>
          <p:cNvGrpSpPr/>
          <p:nvPr/>
        </p:nvGrpSpPr>
        <p:grpSpPr>
          <a:xfrm>
            <a:off x="347721" y="1644073"/>
            <a:ext cx="4221602" cy="4566226"/>
            <a:chOff x="347720" y="1052974"/>
            <a:chExt cx="5218133" cy="5667375"/>
          </a:xfrm>
        </p:grpSpPr>
        <p:pic>
          <p:nvPicPr>
            <p:cNvPr id="7" name="그림 6" descr="스크린샷, 의류, 신발류, 콜라주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310F397F-0273-153D-462D-41638FE86D3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995670" y="1052974"/>
              <a:ext cx="2570183" cy="5667375"/>
            </a:xfrm>
            <a:prstGeom prst="rect">
              <a:avLst/>
            </a:prstGeom>
          </p:spPr>
        </p:pic>
        <p:grpSp>
          <p:nvGrpSpPr>
            <p:cNvPr id="8" name="그룹 7">
              <a:extLst>
                <a:ext uri="{FF2B5EF4-FFF2-40B4-BE49-F238E27FC236}">
                  <a16:creationId xmlns:a16="http://schemas.microsoft.com/office/drawing/2014/main" id="{A5947886-4543-EDB2-B698-7B750E32FCAA}"/>
                </a:ext>
              </a:extLst>
            </p:cNvPr>
            <p:cNvGrpSpPr/>
            <p:nvPr/>
          </p:nvGrpSpPr>
          <p:grpSpPr>
            <a:xfrm>
              <a:off x="347720" y="1052974"/>
              <a:ext cx="3310404" cy="5667375"/>
              <a:chOff x="347720" y="1052974"/>
              <a:chExt cx="3310404" cy="5667375"/>
            </a:xfrm>
          </p:grpSpPr>
          <p:pic>
            <p:nvPicPr>
              <p:cNvPr id="9" name="그림 8" descr="스크린샷, 스포츠, 텍스트, 콜라주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A4FBE341-A840-99FA-EC79-F409B7FFCD3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47720" y="1052974"/>
                <a:ext cx="2432153" cy="5667375"/>
              </a:xfrm>
              <a:prstGeom prst="rect">
                <a:avLst/>
              </a:prstGeom>
            </p:spPr>
          </p:pic>
          <p:sp>
            <p:nvSpPr>
              <p:cNvPr id="10" name="직사각형 9">
                <a:extLst>
                  <a:ext uri="{FF2B5EF4-FFF2-40B4-BE49-F238E27FC236}">
                    <a16:creationId xmlns:a16="http://schemas.microsoft.com/office/drawing/2014/main" id="{D15EE909-1434-9449-BA46-10002D9BDCA3}"/>
                  </a:ext>
                </a:extLst>
              </p:cNvPr>
              <p:cNvSpPr/>
              <p:nvPr/>
            </p:nvSpPr>
            <p:spPr>
              <a:xfrm>
                <a:off x="1104900" y="6048375"/>
                <a:ext cx="466725" cy="671974"/>
              </a:xfrm>
              <a:prstGeom prst="rect">
                <a:avLst/>
              </a:prstGeom>
              <a:noFill/>
              <a:ln>
                <a:solidFill>
                  <a:srgbClr val="A02B93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>
                  <a:ln>
                    <a:solidFill>
                      <a:srgbClr val="A02B93"/>
                    </a:solidFill>
                  </a:ln>
                  <a:noFill/>
                </a:endParaRPr>
              </a:p>
            </p:txBody>
          </p:sp>
          <p:cxnSp>
            <p:nvCxnSpPr>
              <p:cNvPr id="11" name="직선 화살표 연결선 10">
                <a:extLst>
                  <a:ext uri="{FF2B5EF4-FFF2-40B4-BE49-F238E27FC236}">
                    <a16:creationId xmlns:a16="http://schemas.microsoft.com/office/drawing/2014/main" id="{2521EB55-4A4E-E892-1514-00062E472B08}"/>
                  </a:ext>
                </a:extLst>
              </p:cNvPr>
              <p:cNvCxnSpPr>
                <a:stCxn id="10" idx="3"/>
              </p:cNvCxnSpPr>
              <p:nvPr/>
            </p:nvCxnSpPr>
            <p:spPr>
              <a:xfrm flipV="1">
                <a:off x="1571625" y="5905500"/>
                <a:ext cx="504825" cy="478862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8F08AEAF-122E-2169-7A7E-B7BB07143EB8}"/>
                  </a:ext>
                </a:extLst>
              </p:cNvPr>
              <p:cNvSpPr txBox="1"/>
              <p:nvPr/>
            </p:nvSpPr>
            <p:spPr>
              <a:xfrm>
                <a:off x="1934421" y="5622295"/>
                <a:ext cx="1723703" cy="273895"/>
              </a:xfrm>
              <a:prstGeom prst="rect">
                <a:avLst/>
              </a:prstGeom>
              <a:solidFill>
                <a:srgbClr val="FFFF00"/>
              </a:solidFill>
            </p:spPr>
            <p:txBody>
              <a:bodyPr wrap="square" rtlCol="0">
                <a:spAutoFit/>
              </a:bodyPr>
              <a:lstStyle/>
              <a:p>
                <a:r>
                  <a:rPr lang="ko-KR" altLang="en-US" sz="900" b="1" dirty="0"/>
                  <a:t>클릭 시 </a:t>
                </a:r>
                <a:r>
                  <a:rPr lang="en-US" altLang="ko-KR" sz="900" b="1" dirty="0"/>
                  <a:t>detail.html</a:t>
                </a:r>
                <a:r>
                  <a:rPr lang="ko-KR" altLang="en-US" sz="900" b="1" dirty="0"/>
                  <a:t>로 이동</a:t>
                </a:r>
              </a:p>
            </p:txBody>
          </p:sp>
        </p:grpSp>
      </p:grpSp>
      <p:sp>
        <p:nvSpPr>
          <p:cNvPr id="13" name="TextBox 12">
            <a:extLst>
              <a:ext uri="{FF2B5EF4-FFF2-40B4-BE49-F238E27FC236}">
                <a16:creationId xmlns:a16="http://schemas.microsoft.com/office/drawing/2014/main" id="{26B50D48-68DA-9AAE-CE04-4F09FF46499E}"/>
              </a:ext>
            </a:extLst>
          </p:cNvPr>
          <p:cNvSpPr txBox="1"/>
          <p:nvPr/>
        </p:nvSpPr>
        <p:spPr>
          <a:xfrm>
            <a:off x="5138767" y="5303847"/>
            <a:ext cx="22952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400" dirty="0" err="1">
                <a:solidFill>
                  <a:schemeClr val="bg1"/>
                </a:solidFill>
              </a:rPr>
              <a:t>cloneNode</a:t>
            </a:r>
            <a:r>
              <a:rPr lang="en-US" altLang="ko-KR" sz="1400" dirty="0">
                <a:solidFill>
                  <a:schemeClr val="bg1"/>
                </a:solidFill>
              </a:rPr>
              <a:t>()</a:t>
            </a:r>
            <a:r>
              <a:rPr lang="ko-KR" altLang="en-US" sz="1400" dirty="0">
                <a:solidFill>
                  <a:schemeClr val="bg1"/>
                </a:solidFill>
              </a:rPr>
              <a:t>로 앞뒤에 카드 복제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3EDB94C-E985-8A63-3B24-FB63AADC0CFC}"/>
              </a:ext>
            </a:extLst>
          </p:cNvPr>
          <p:cNvSpPr txBox="1"/>
          <p:nvPr/>
        </p:nvSpPr>
        <p:spPr>
          <a:xfrm>
            <a:off x="5329981" y="2619508"/>
            <a:ext cx="85632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200" dirty="0">
                <a:highlight>
                  <a:srgbClr val="FFFF00"/>
                </a:highlight>
              </a:rPr>
              <a:t>주요 </a:t>
            </a:r>
            <a:r>
              <a:rPr lang="en-US" altLang="ko-KR" sz="1200" dirty="0" err="1">
                <a:highlight>
                  <a:srgbClr val="FFFF00"/>
                </a:highlight>
              </a:rPr>
              <a:t>js</a:t>
            </a:r>
            <a:r>
              <a:rPr lang="en-US" altLang="ko-KR" sz="1200" dirty="0">
                <a:highlight>
                  <a:srgbClr val="FFFF00"/>
                </a:highlight>
              </a:rPr>
              <a:t> </a:t>
            </a:r>
            <a:r>
              <a:rPr lang="ko-KR" altLang="en-US" sz="1200" dirty="0">
                <a:highlight>
                  <a:srgbClr val="FFFF00"/>
                </a:highlight>
              </a:rPr>
              <a:t>코드</a:t>
            </a:r>
          </a:p>
        </p:txBody>
      </p:sp>
      <p:cxnSp>
        <p:nvCxnSpPr>
          <p:cNvPr id="15" name="연결선: 꺾임 14">
            <a:extLst>
              <a:ext uri="{FF2B5EF4-FFF2-40B4-BE49-F238E27FC236}">
                <a16:creationId xmlns:a16="http://schemas.microsoft.com/office/drawing/2014/main" id="{CC738A6B-D5B9-D2D8-F6D5-9400995ADD00}"/>
              </a:ext>
            </a:extLst>
          </p:cNvPr>
          <p:cNvCxnSpPr>
            <a:stCxn id="4" idx="1"/>
            <a:endCxn id="14" idx="0"/>
          </p:cNvCxnSpPr>
          <p:nvPr/>
        </p:nvCxnSpPr>
        <p:spPr>
          <a:xfrm rot="10800000" flipV="1">
            <a:off x="5758144" y="1644072"/>
            <a:ext cx="337856" cy="97543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5"/>
          </a:lnRef>
          <a:fillRef idx="0">
            <a:schemeClr val="accent5"/>
          </a:fillRef>
          <a:effectRef idx="1">
            <a:schemeClr val="accent5"/>
          </a:effectRef>
          <a:fontRef idx="minor">
            <a:schemeClr val="tx1"/>
          </a:fontRef>
        </p:style>
      </p:cxnSp>
      <p:grpSp>
        <p:nvGrpSpPr>
          <p:cNvPr id="16" name="그룹 15">
            <a:extLst>
              <a:ext uri="{FF2B5EF4-FFF2-40B4-BE49-F238E27FC236}">
                <a16:creationId xmlns:a16="http://schemas.microsoft.com/office/drawing/2014/main" id="{764635B9-B2D9-18CF-D6EC-095A4C1AF5FF}"/>
              </a:ext>
            </a:extLst>
          </p:cNvPr>
          <p:cNvGrpSpPr/>
          <p:nvPr/>
        </p:nvGrpSpPr>
        <p:grpSpPr>
          <a:xfrm>
            <a:off x="5237692" y="2896508"/>
            <a:ext cx="6629126" cy="2104776"/>
            <a:chOff x="5369534" y="2668139"/>
            <a:chExt cx="6781756" cy="2210754"/>
          </a:xfrm>
        </p:grpSpPr>
        <p:grpSp>
          <p:nvGrpSpPr>
            <p:cNvPr id="17" name="그룹 16">
              <a:extLst>
                <a:ext uri="{FF2B5EF4-FFF2-40B4-BE49-F238E27FC236}">
                  <a16:creationId xmlns:a16="http://schemas.microsoft.com/office/drawing/2014/main" id="{F786B31A-01A6-304C-7C80-EEE3CFC8BC94}"/>
                </a:ext>
              </a:extLst>
            </p:cNvPr>
            <p:cNvGrpSpPr/>
            <p:nvPr/>
          </p:nvGrpSpPr>
          <p:grpSpPr>
            <a:xfrm>
              <a:off x="5369534" y="2668139"/>
              <a:ext cx="4463723" cy="2199814"/>
              <a:chOff x="5369534" y="2668139"/>
              <a:chExt cx="4463723" cy="2199814"/>
            </a:xfrm>
          </p:grpSpPr>
          <p:pic>
            <p:nvPicPr>
              <p:cNvPr id="19" name="그림 18" descr="텍스트, 스크린샷, 소프트웨어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7BB409F3-0145-C5EC-BA79-B1121F1E418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5369534" y="2668140"/>
                <a:ext cx="2145691" cy="2199813"/>
              </a:xfrm>
              <a:prstGeom prst="rect">
                <a:avLst/>
              </a:prstGeom>
            </p:spPr>
          </p:pic>
          <p:pic>
            <p:nvPicPr>
              <p:cNvPr id="20" name="그림 19" descr="텍스트, 스크린샷, 소프트웨어, 폰트이(가) 표시된 사진&#10;&#10;AI 생성 콘텐츠는 정확하지 않을 수 있습니다.">
                <a:extLst>
                  <a:ext uri="{FF2B5EF4-FFF2-40B4-BE49-F238E27FC236}">
                    <a16:creationId xmlns:a16="http://schemas.microsoft.com/office/drawing/2014/main" id="{14416486-26A0-8076-C406-5599644C13F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7595167" y="2668139"/>
                <a:ext cx="2238090" cy="2199813"/>
              </a:xfrm>
              <a:prstGeom prst="rect">
                <a:avLst/>
              </a:prstGeom>
            </p:spPr>
          </p:pic>
        </p:grpSp>
        <p:pic>
          <p:nvPicPr>
            <p:cNvPr id="18" name="그림 17" descr="텍스트, 스크린샷, 폰트이(가) 표시된 사진&#10;&#10;AI 생성 콘텐츠는 정확하지 않을 수 있습니다.">
              <a:extLst>
                <a:ext uri="{FF2B5EF4-FFF2-40B4-BE49-F238E27FC236}">
                  <a16:creationId xmlns:a16="http://schemas.microsoft.com/office/drawing/2014/main" id="{F00639CA-9FC5-4281-562C-831092E37F2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9913200" y="2679081"/>
              <a:ext cx="2238090" cy="2199812"/>
            </a:xfrm>
            <a:prstGeom prst="rect">
              <a:avLst/>
            </a:prstGeom>
          </p:spPr>
        </p:pic>
      </p:grp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178F27B4-33C3-65F1-B6F3-7C0C33BC8B82}"/>
              </a:ext>
            </a:extLst>
          </p:cNvPr>
          <p:cNvCxnSpPr>
            <a:cxnSpLocks/>
          </p:cNvCxnSpPr>
          <p:nvPr/>
        </p:nvCxnSpPr>
        <p:spPr>
          <a:xfrm flipV="1">
            <a:off x="9409367" y="614022"/>
            <a:ext cx="1177566" cy="4239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E5B66B33-E7A4-D7F5-6789-095788ABB4AE}"/>
              </a:ext>
            </a:extLst>
          </p:cNvPr>
          <p:cNvSpPr txBox="1"/>
          <p:nvPr/>
        </p:nvSpPr>
        <p:spPr>
          <a:xfrm>
            <a:off x="9409367" y="352412"/>
            <a:ext cx="1959191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100" dirty="0">
                <a:highlight>
                  <a:srgbClr val="FFFF00"/>
                </a:highlight>
              </a:rPr>
              <a:t>Mouse hover </a:t>
            </a:r>
            <a:r>
              <a:rPr lang="ko-KR" altLang="en-US" sz="1100" dirty="0">
                <a:highlight>
                  <a:srgbClr val="FFFF00"/>
                </a:highlight>
              </a:rPr>
              <a:t>시 화살표 버튼 표시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54DDD2F-61E5-D8B8-C6F5-12AE5F527E19}"/>
              </a:ext>
            </a:extLst>
          </p:cNvPr>
          <p:cNvSpPr txBox="1"/>
          <p:nvPr/>
        </p:nvSpPr>
        <p:spPr>
          <a:xfrm>
            <a:off x="7208020" y="5670662"/>
            <a:ext cx="25981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1400" dirty="0" err="1">
                <a:solidFill>
                  <a:schemeClr val="bg1"/>
                </a:solidFill>
              </a:rPr>
              <a:t>transitionend</a:t>
            </a:r>
            <a:r>
              <a:rPr lang="en-US" altLang="ko-KR" sz="1400" dirty="0">
                <a:solidFill>
                  <a:schemeClr val="bg1"/>
                </a:solidFill>
              </a:rPr>
              <a:t> </a:t>
            </a:r>
            <a:r>
              <a:rPr lang="ko-KR" altLang="en-US" sz="1400" dirty="0">
                <a:solidFill>
                  <a:schemeClr val="bg1"/>
                </a:solidFill>
              </a:rPr>
              <a:t>이벤트를 활용한 순환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4DDC029-F1EA-D1BD-12E2-7D99B18B6A6B}"/>
              </a:ext>
            </a:extLst>
          </p:cNvPr>
          <p:cNvSpPr txBox="1"/>
          <p:nvPr/>
        </p:nvSpPr>
        <p:spPr>
          <a:xfrm>
            <a:off x="9945004" y="5978439"/>
            <a:ext cx="165590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dirty="0">
                <a:solidFill>
                  <a:schemeClr val="bg1"/>
                </a:solidFill>
              </a:rPr>
              <a:t>슬라이드 애니메이션</a:t>
            </a:r>
          </a:p>
        </p:txBody>
      </p: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96FA92C3-55EC-74B2-A7FF-E5B7B0612AE1}"/>
              </a:ext>
            </a:extLst>
          </p:cNvPr>
          <p:cNvCxnSpPr>
            <a:cxnSpLocks/>
            <a:stCxn id="19" idx="2"/>
            <a:endCxn id="13" idx="0"/>
          </p:cNvCxnSpPr>
          <p:nvPr/>
        </p:nvCxnSpPr>
        <p:spPr>
          <a:xfrm>
            <a:off x="6286392" y="4990868"/>
            <a:ext cx="0" cy="312979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28" name="직선 화살표 연결선 27">
            <a:extLst>
              <a:ext uri="{FF2B5EF4-FFF2-40B4-BE49-F238E27FC236}">
                <a16:creationId xmlns:a16="http://schemas.microsoft.com/office/drawing/2014/main" id="{80A18487-B88D-2817-5B6C-6989BE7FF5BF}"/>
              </a:ext>
            </a:extLst>
          </p:cNvPr>
          <p:cNvCxnSpPr>
            <a:cxnSpLocks/>
            <a:stCxn id="20" idx="2"/>
            <a:endCxn id="23" idx="0"/>
          </p:cNvCxnSpPr>
          <p:nvPr/>
        </p:nvCxnSpPr>
        <p:spPr>
          <a:xfrm>
            <a:off x="8507095" y="4990867"/>
            <a:ext cx="0" cy="67979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A67BF705-F730-6BC8-44CE-EEF03D207CC3}"/>
              </a:ext>
            </a:extLst>
          </p:cNvPr>
          <p:cNvCxnSpPr>
            <a:cxnSpLocks/>
            <a:stCxn id="18" idx="2"/>
            <a:endCxn id="24" idx="0"/>
          </p:cNvCxnSpPr>
          <p:nvPr/>
        </p:nvCxnSpPr>
        <p:spPr>
          <a:xfrm>
            <a:off x="10772958" y="5001284"/>
            <a:ext cx="0" cy="977155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058534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C56887-9CDA-1202-3589-2A430C5CE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9D602C-D16F-52BE-B9A0-7D10C3E857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1722882-0882-7F62-A375-08F978117C88}"/>
              </a:ext>
            </a:extLst>
          </p:cNvPr>
          <p:cNvSpPr txBox="1"/>
          <p:nvPr/>
        </p:nvSpPr>
        <p:spPr>
          <a:xfrm>
            <a:off x="449424" y="1108642"/>
            <a:ext cx="281628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 dirty="0">
                <a:solidFill>
                  <a:schemeClr val="bg1"/>
                </a:solidFill>
              </a:rPr>
              <a:t>- footer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3" name="그림 2" descr="텍스트, 스크린샷, 소프트웨어, 웹사이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9082967-B7C0-8164-92C0-7FEA3163869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1684" y="1570307"/>
            <a:ext cx="6648632" cy="49718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0503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A38840-161E-AAA4-BC33-2B6A452F1CD5}"/>
              </a:ext>
            </a:extLst>
          </p:cNvPr>
          <p:cNvSpPr txBox="1"/>
          <p:nvPr/>
        </p:nvSpPr>
        <p:spPr>
          <a:xfrm>
            <a:off x="449425" y="1108642"/>
            <a:ext cx="342984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 </a:t>
            </a:r>
            <a:r>
              <a:rPr lang="en-US" altLang="ko-KR" sz="2400">
                <a:solidFill>
                  <a:schemeClr val="bg1"/>
                </a:solidFill>
              </a:rPr>
              <a:t>- 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4E82-264E-6A88-49FF-F12F925A4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82700-CD40-0D4F-B9FB-9A2A559D9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F89AF-7B75-99ED-37CC-801546F8B557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3234556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</TotalTime>
  <Words>272</Words>
  <Application>Microsoft Office PowerPoint</Application>
  <PresentationFormat>와이드스크린</PresentationFormat>
  <Paragraphs>69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21" baseType="lpstr">
      <vt:lpstr>Do Hyeon</vt:lpstr>
      <vt:lpstr>Arial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index.html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cart.html</vt:lpstr>
      <vt:lpstr>cart.html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6</cp:revision>
  <dcterms:created xsi:type="dcterms:W3CDTF">2026-02-25T02:04:35Z</dcterms:created>
  <dcterms:modified xsi:type="dcterms:W3CDTF">2026-02-25T05:19:51Z</dcterms:modified>
</cp:coreProperties>
</file>