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2" r:id="rId3"/>
    <p:sldId id="263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0B7BA2-604C-4048-B42A-62EDF00EC30F}" v="7" dt="2026-02-21T05:54:57.0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05" autoAdjust="0"/>
    <p:restoredTop sz="94660"/>
  </p:normalViewPr>
  <p:slideViewPr>
    <p:cSldViewPr snapToGrid="0">
      <p:cViewPr varScale="1">
        <p:scale>
          <a:sx n="78" d="100"/>
          <a:sy n="78" d="100"/>
        </p:scale>
        <p:origin x="54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주창 송" userId="e30c623420963f5d" providerId="LiveId" clId="{A934766A-AAFB-4F52-9D15-7D9CE36A4905}"/>
    <pc:docChg chg="modSld">
      <pc:chgData name="주창 송" userId="e30c623420963f5d" providerId="LiveId" clId="{A934766A-AAFB-4F52-9D15-7D9CE36A4905}" dt="2026-02-21T05:55:43.506" v="545" actId="208"/>
      <pc:docMkLst>
        <pc:docMk/>
      </pc:docMkLst>
      <pc:sldChg chg="modSp mod">
        <pc:chgData name="주창 송" userId="e30c623420963f5d" providerId="LiveId" clId="{A934766A-AAFB-4F52-9D15-7D9CE36A4905}" dt="2026-02-21T05:41:54.334" v="124" actId="20577"/>
        <pc:sldMkLst>
          <pc:docMk/>
          <pc:sldMk cId="1616091246" sldId="258"/>
        </pc:sldMkLst>
        <pc:spChg chg="mod">
          <ac:chgData name="주창 송" userId="e30c623420963f5d" providerId="LiveId" clId="{A934766A-AAFB-4F52-9D15-7D9CE36A4905}" dt="2026-02-21T05:41:54.334" v="124" actId="20577"/>
          <ac:spMkLst>
            <pc:docMk/>
            <pc:sldMk cId="1616091246" sldId="258"/>
            <ac:spMk id="6" creationId="{2BAAB3EB-49A2-21B6-B171-99B42C41BEE9}"/>
          </ac:spMkLst>
        </pc:spChg>
      </pc:sldChg>
      <pc:sldChg chg="addSp modSp mod">
        <pc:chgData name="주창 송" userId="e30c623420963f5d" providerId="LiveId" clId="{A934766A-AAFB-4F52-9D15-7D9CE36A4905}" dt="2026-02-21T05:51:06.252" v="497" actId="20577"/>
        <pc:sldMkLst>
          <pc:docMk/>
          <pc:sldMk cId="2841986178" sldId="259"/>
        </pc:sldMkLst>
        <pc:spChg chg="add mod">
          <ac:chgData name="주창 송" userId="e30c623420963f5d" providerId="LiveId" clId="{A934766A-AAFB-4F52-9D15-7D9CE36A4905}" dt="2026-02-21T05:51:06.252" v="497" actId="20577"/>
          <ac:spMkLst>
            <pc:docMk/>
            <pc:sldMk cId="2841986178" sldId="259"/>
            <ac:spMk id="7" creationId="{37F110DD-01CC-8ADE-02B8-B42BB3E55CA0}"/>
          </ac:spMkLst>
        </pc:spChg>
        <pc:cxnChg chg="add mod">
          <ac:chgData name="주창 송" userId="e30c623420963f5d" providerId="LiveId" clId="{A934766A-AAFB-4F52-9D15-7D9CE36A4905}" dt="2026-02-21T05:50:02.279" v="271" actId="14100"/>
          <ac:cxnSpMkLst>
            <pc:docMk/>
            <pc:sldMk cId="2841986178" sldId="259"/>
            <ac:cxnSpMk id="2" creationId="{6795564F-CF7A-4C8F-FC4F-C488D056A010}"/>
          </ac:cxnSpMkLst>
        </pc:cxnChg>
      </pc:sldChg>
      <pc:sldChg chg="modSp mod">
        <pc:chgData name="주창 송" userId="e30c623420963f5d" providerId="LiveId" clId="{A934766A-AAFB-4F52-9D15-7D9CE36A4905}" dt="2026-02-21T05:55:43.506" v="545" actId="208"/>
        <pc:sldMkLst>
          <pc:docMk/>
          <pc:sldMk cId="1054624323" sldId="262"/>
        </pc:sldMkLst>
        <pc:spChg chg="mod">
          <ac:chgData name="주창 송" userId="e30c623420963f5d" providerId="LiveId" clId="{A934766A-AAFB-4F52-9D15-7D9CE36A4905}" dt="2026-02-21T05:55:39.904" v="544" actId="208"/>
          <ac:spMkLst>
            <pc:docMk/>
            <pc:sldMk cId="1054624323" sldId="262"/>
            <ac:spMk id="15" creationId="{6749104B-B749-4ABB-A5EC-1730E4F83FE6}"/>
          </ac:spMkLst>
        </pc:spChg>
        <pc:spChg chg="mod">
          <ac:chgData name="주창 송" userId="e30c623420963f5d" providerId="LiveId" clId="{A934766A-AAFB-4F52-9D15-7D9CE36A4905}" dt="2026-02-21T05:55:43.506" v="545" actId="208"/>
          <ac:spMkLst>
            <pc:docMk/>
            <pc:sldMk cId="1054624323" sldId="262"/>
            <ac:spMk id="20" creationId="{109FC505-545B-5525-2A0A-921F6A4361CB}"/>
          </ac:spMkLst>
        </pc:spChg>
      </pc:sldChg>
      <pc:sldChg chg="addSp modSp mod">
        <pc:chgData name="주창 송" userId="e30c623420963f5d" providerId="LiveId" clId="{A934766A-AAFB-4F52-9D15-7D9CE36A4905}" dt="2026-02-21T05:55:04.653" v="543" actId="1076"/>
        <pc:sldMkLst>
          <pc:docMk/>
          <pc:sldMk cId="1666477753" sldId="263"/>
        </pc:sldMkLst>
        <pc:spChg chg="add mod">
          <ac:chgData name="주창 송" userId="e30c623420963f5d" providerId="LiveId" clId="{A934766A-AAFB-4F52-9D15-7D9CE36A4905}" dt="2026-02-21T05:54:51.183" v="537" actId="1076"/>
          <ac:spMkLst>
            <pc:docMk/>
            <pc:sldMk cId="1666477753" sldId="263"/>
            <ac:spMk id="6" creationId="{CF455278-0CBB-06B1-9212-50ED794229BA}"/>
          </ac:spMkLst>
        </pc:spChg>
        <pc:picChg chg="mod">
          <ac:chgData name="주창 송" userId="e30c623420963f5d" providerId="LiveId" clId="{A934766A-AAFB-4F52-9D15-7D9CE36A4905}" dt="2026-02-21T05:53:42.461" v="498" actId="1076"/>
          <ac:picMkLst>
            <pc:docMk/>
            <pc:sldMk cId="1666477753" sldId="263"/>
            <ac:picMk id="2" creationId="{0CA8DC90-65B9-126F-EEEE-C0C526E790AB}"/>
          </ac:picMkLst>
        </pc:picChg>
        <pc:picChg chg="mod">
          <ac:chgData name="주창 송" userId="e30c623420963f5d" providerId="LiveId" clId="{A934766A-AAFB-4F52-9D15-7D9CE36A4905}" dt="2026-02-21T05:54:43.923" v="535" actId="1076"/>
          <ac:picMkLst>
            <pc:docMk/>
            <pc:sldMk cId="1666477753" sldId="263"/>
            <ac:picMk id="5" creationId="{3C839D63-666B-D24E-F6BE-0F0990645363}"/>
          </ac:picMkLst>
        </pc:picChg>
        <pc:cxnChg chg="mod">
          <ac:chgData name="주창 송" userId="e30c623420963f5d" providerId="LiveId" clId="{A934766A-AAFB-4F52-9D15-7D9CE36A4905}" dt="2026-02-21T05:53:49.884" v="501" actId="14100"/>
          <ac:cxnSpMkLst>
            <pc:docMk/>
            <pc:sldMk cId="1666477753" sldId="263"/>
            <ac:cxnSpMk id="7" creationId="{04EBA865-5F57-45A9-39B8-FCBD76D74419}"/>
          </ac:cxnSpMkLst>
        </pc:cxnChg>
        <pc:cxnChg chg="add mod">
          <ac:chgData name="주창 송" userId="e30c623420963f5d" providerId="LiveId" clId="{A934766A-AAFB-4F52-9D15-7D9CE36A4905}" dt="2026-02-21T05:54:54.481" v="538"/>
          <ac:cxnSpMkLst>
            <pc:docMk/>
            <pc:sldMk cId="1666477753" sldId="263"/>
            <ac:cxnSpMk id="8" creationId="{36356181-49DC-096E-41D8-89D9E7AC8A5F}"/>
          </ac:cxnSpMkLst>
        </pc:cxnChg>
        <pc:cxnChg chg="add mod">
          <ac:chgData name="주창 송" userId="e30c623420963f5d" providerId="LiveId" clId="{A934766A-AAFB-4F52-9D15-7D9CE36A4905}" dt="2026-02-21T05:55:04.653" v="543" actId="1076"/>
          <ac:cxnSpMkLst>
            <pc:docMk/>
            <pc:sldMk cId="1666477753" sldId="263"/>
            <ac:cxnSpMk id="10" creationId="{8E33DD83-7259-42DA-30DC-7E74D45C144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05B6D-FA38-2B51-C08A-45F6F8913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298DAF-3B78-9CDA-0664-64EB49563D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5ADDE3-5328-EB59-7CB6-D07EA441F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242D-CE2B-48F0-A3F4-FBE80F3CB9FC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B8D3E1-C07E-751B-B683-372AE51C6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BB3728-DC97-C37E-638E-D3B44EE1D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A28C-881D-4B8A-8B1E-9E383D34A7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451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F5D507-7BEB-0F26-2056-0DC33DCC5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E21102-DAC9-6443-8349-2B7930BFF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B7F9FF-9859-2437-0209-8E04F026F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242D-CE2B-48F0-A3F4-FBE80F3CB9FC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64DE2D-9DCF-78FA-B4D3-CBBD2952C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8AD501-C25B-511C-CE71-0663B420F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A28C-881D-4B8A-8B1E-9E383D34A7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695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E362A-1021-1CD2-EAEE-D689FEA78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8B2909-E204-A13B-8FE7-16CC9EC74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8F560E-218D-370D-2CF4-697EE41A4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242D-CE2B-48F0-A3F4-FBE80F3CB9FC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E85044-A67F-A8B6-9ED1-6984B6B45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708DAA-11B4-4050-4864-E287FCDF5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A28C-881D-4B8A-8B1E-9E383D34A7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933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6D3AB-02E1-93C0-FA10-49C5412DE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DD24C4-5DA6-9032-9A37-5B1BE2C2D2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DEF552-A7D4-48CF-BFB4-916DA2515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998EF3-7AC4-6A5B-C4DB-948737930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242D-CE2B-48F0-A3F4-FBE80F3CB9FC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C1CFE4-7789-025E-D652-269CA2BC3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6B01D3-BE19-1AA6-A36D-2E5EDB49F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A28C-881D-4B8A-8B1E-9E383D34A7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256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FA914D-4CA8-F18B-E2AA-E3D9400F5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2750FC-9F95-77AC-1787-B3367B9EE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3DF710-539B-5827-32E2-33A6621B25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6C8C6B-4803-0447-61B2-EAECCF8BEF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21A476D-BE36-EEAE-7381-A8D15B7F52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96A947-5B58-DC9E-FA1D-3064E8B73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242D-CE2B-48F0-A3F4-FBE80F3CB9FC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F41FE99-B0F9-81BF-4B7E-7155242C5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22D1F25-62A5-BC3D-4186-EE5A118F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A28C-881D-4B8A-8B1E-9E383D34A7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1897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C221D-AD6B-7FB6-533F-CCBDAA858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53D84B2-E241-143F-2623-66893B9CF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242D-CE2B-48F0-A3F4-FBE80F3CB9FC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0E4408-9FCA-5CA8-55BE-3E8B750B1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30C1CD-4715-DB1F-0FF5-C7028BDFC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A28C-881D-4B8A-8B1E-9E383D34A7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887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2694F03-6FB8-94CB-7FB1-9D8956218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242D-CE2B-48F0-A3F4-FBE80F3CB9FC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C0DE7C9-3506-C182-CF96-BE27923E1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C85C7C-F353-6462-9005-BB7C492D3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A28C-881D-4B8A-8B1E-9E383D34A7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610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69ECF2-300A-DC31-43D6-E22554447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DAF57B-79E7-B1D7-2B17-F6FBE886E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760323-92E5-AEA4-AFFE-4A30810B4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62EC16-98CE-271D-D2D0-24EA509A9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242D-CE2B-48F0-A3F4-FBE80F3CB9FC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A4908C-2AC6-1BA9-CB7C-4F715A9C2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197991A-0B70-8AD3-32E5-DEA83730F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A28C-881D-4B8A-8B1E-9E383D34A7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359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C1AB7C-20AF-8D1D-3D9B-F653FB00E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77072E1-C410-26EB-4750-72992A26D3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4F58C4-D727-6B5F-0FCB-48A9E2984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71EAD3-44F6-6E68-A65C-2DF2ADD91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242D-CE2B-48F0-A3F4-FBE80F3CB9FC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652366-430B-5EEA-E3FA-A43F82A78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C0462D-3DAA-37A9-B160-AFC34A1AC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A28C-881D-4B8A-8B1E-9E383D34A7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790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72DD5C-7040-E080-B8D4-09512E4BA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D940B2A-7941-730A-FBCC-4867A6586E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18EDA3-A321-C7AA-32B0-89B7356D4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242D-CE2B-48F0-A3F4-FBE80F3CB9FC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A0AF31-C8DB-44F2-7595-7B5883072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412717-6053-4823-9BE1-82586DBE4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A28C-881D-4B8A-8B1E-9E383D34A7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3163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01CF1D3-1CB7-DEBE-D0F3-D4E994FB13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34DA67-E5D0-6C5D-2EB4-A7FC2A422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EDC9C1-864E-3FF5-FEE0-D23CF246A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B9242D-CE2B-48F0-A3F4-FBE80F3CB9FC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3CA035-B563-4693-DC02-00EB5F08B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C06BA7B-4C8C-3276-3EE6-C3FCE6CE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5A28C-881D-4B8A-8B1E-9E383D34A7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758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5807B1F-39E4-7AAB-53F8-E360EE5AF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957623-8F65-1678-C6FF-3FD3D9A9F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DC0D3F-8FC8-22B1-979C-253CD17803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B9242D-CE2B-48F0-A3F4-FBE80F3CB9FC}" type="datetimeFigureOut">
              <a:rPr lang="ko-KR" altLang="en-US" smtClean="0"/>
              <a:t>2026-02-21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86316E-F964-7E68-68AE-1C9A712B4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35747D-81B3-7611-1487-A94CED1552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5A28C-881D-4B8A-8B1E-9E383D34A7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429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56ADE10-3316-C8FC-CD77-FBC25EFC6D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6447" y="6019391"/>
            <a:ext cx="7315199" cy="336959"/>
          </a:xfrm>
        </p:spPr>
        <p:txBody>
          <a:bodyPr anchor="t">
            <a:normAutofit fontScale="92500" lnSpcReduction="20000"/>
          </a:bodyPr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퓨마 공식 온라인스토어</a:t>
            </a:r>
          </a:p>
        </p:txBody>
      </p:sp>
      <p:pic>
        <p:nvPicPr>
          <p:cNvPr id="5" name="그림 4" descr="로고, 폰트, 클립아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F5CBDE-B650-D0A5-DE35-06CA9710D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050" y="579473"/>
            <a:ext cx="6953898" cy="422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311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19B9ED-590E-6FEF-CEC0-CA59B816A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859" y="2213438"/>
            <a:ext cx="2613887" cy="3368332"/>
          </a:xfrm>
          <a:prstGeom prst="rect">
            <a:avLst/>
          </a:prstGeom>
        </p:spPr>
      </p:pic>
      <p:pic>
        <p:nvPicPr>
          <p:cNvPr id="5" name="그림 4" descr="신발류, 스크린샷, 하늘, 의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709908B-78A9-E9CF-227A-24D13908E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39" y="717755"/>
            <a:ext cx="6754760" cy="4193678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200D05E-EAE3-EE33-F57C-07ABC83880B3}"/>
              </a:ext>
            </a:extLst>
          </p:cNvPr>
          <p:cNvSpPr/>
          <p:nvPr/>
        </p:nvSpPr>
        <p:spPr>
          <a:xfrm>
            <a:off x="6775998" y="989052"/>
            <a:ext cx="234401" cy="2087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5963517-8F71-95F7-0785-A12A15BCCB41}"/>
              </a:ext>
            </a:extLst>
          </p:cNvPr>
          <p:cNvCxnSpPr>
            <a:cxnSpLocks/>
          </p:cNvCxnSpPr>
          <p:nvPr/>
        </p:nvCxnSpPr>
        <p:spPr>
          <a:xfrm>
            <a:off x="7010399" y="1093446"/>
            <a:ext cx="1533833" cy="11764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396F42B-51E0-0588-A5C9-5141391D8A40}"/>
              </a:ext>
            </a:extLst>
          </p:cNvPr>
          <p:cNvSpPr/>
          <p:nvPr/>
        </p:nvSpPr>
        <p:spPr>
          <a:xfrm>
            <a:off x="6507184" y="989052"/>
            <a:ext cx="234401" cy="2087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9F35301E-FE38-30A9-BE80-8CA7B0484590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6624385" y="493986"/>
            <a:ext cx="2000504" cy="495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749104B-B749-4ABB-A5EC-1730E4F83FE6}"/>
              </a:ext>
            </a:extLst>
          </p:cNvPr>
          <p:cNvSpPr txBox="1"/>
          <p:nvPr/>
        </p:nvSpPr>
        <p:spPr>
          <a:xfrm>
            <a:off x="8770374" y="265471"/>
            <a:ext cx="300764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장바구니</a:t>
            </a: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장바구니에 담겨져 있는 리스트 화면에 출력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24233E8-451D-CF63-BEED-396DB058D248}"/>
              </a:ext>
            </a:extLst>
          </p:cNvPr>
          <p:cNvCxnSpPr>
            <a:cxnSpLocks/>
          </p:cNvCxnSpPr>
          <p:nvPr/>
        </p:nvCxnSpPr>
        <p:spPr>
          <a:xfrm>
            <a:off x="2509586" y="4649225"/>
            <a:ext cx="1088556" cy="797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09FC505-545B-5525-2A0A-921F6A4361CB}"/>
              </a:ext>
            </a:extLst>
          </p:cNvPr>
          <p:cNvSpPr txBox="1"/>
          <p:nvPr/>
        </p:nvSpPr>
        <p:spPr>
          <a:xfrm>
            <a:off x="3053864" y="5581770"/>
            <a:ext cx="345332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이미지 전환 기능 추가</a:t>
            </a:r>
            <a:r>
              <a:rPr lang="en-US" altLang="ko-KR" dirty="0"/>
              <a:t>(JS </a:t>
            </a:r>
            <a:r>
              <a:rPr lang="ko-KR" altLang="en-US" dirty="0"/>
              <a:t>이용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4624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A8DC90-65B9-126F-EEEE-C0C526E79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69" y="1541382"/>
            <a:ext cx="2613887" cy="3368332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839D63-666B-D24E-F6BE-0F0990645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065" y="274792"/>
            <a:ext cx="6302478" cy="4260553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4EBA865-5F57-45A9-39B8-FCBD76D74419}"/>
              </a:ext>
            </a:extLst>
          </p:cNvPr>
          <p:cNvCxnSpPr>
            <a:cxnSpLocks/>
          </p:cNvCxnSpPr>
          <p:nvPr/>
        </p:nvCxnSpPr>
        <p:spPr>
          <a:xfrm>
            <a:off x="2888945" y="2299595"/>
            <a:ext cx="10931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6880621-DF8E-7DB8-CFF5-A52CD2C45BFD}"/>
              </a:ext>
            </a:extLst>
          </p:cNvPr>
          <p:cNvSpPr txBox="1"/>
          <p:nvPr/>
        </p:nvSpPr>
        <p:spPr>
          <a:xfrm>
            <a:off x="677732" y="670546"/>
            <a:ext cx="50955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로그인화면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455278-0CBB-06B1-9212-50ED794229BA}"/>
              </a:ext>
            </a:extLst>
          </p:cNvPr>
          <p:cNvSpPr txBox="1"/>
          <p:nvPr/>
        </p:nvSpPr>
        <p:spPr>
          <a:xfrm>
            <a:off x="4354997" y="4535345"/>
            <a:ext cx="611161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아이디와 비밀번호가 공백일 경우 경고 메시지 출력</a:t>
            </a:r>
            <a:endParaRPr lang="en-US" altLang="ko-KR" dirty="0"/>
          </a:p>
          <a:p>
            <a:br>
              <a:rPr lang="en-US" altLang="ko-KR" dirty="0"/>
            </a:br>
            <a:r>
              <a:rPr lang="ko-KR" altLang="en-US" dirty="0"/>
              <a:t>모든 값이 입력되었을 때 로그인 성공 메시지를 표시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E33DD83-7259-42DA-30DC-7E74D45C1443}"/>
              </a:ext>
            </a:extLst>
          </p:cNvPr>
          <p:cNvCxnSpPr>
            <a:cxnSpLocks/>
          </p:cNvCxnSpPr>
          <p:nvPr/>
        </p:nvCxnSpPr>
        <p:spPr>
          <a:xfrm>
            <a:off x="6022803" y="2066683"/>
            <a:ext cx="163971" cy="2317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477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그림 2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B83195-8093-4E0D-5F3C-E2B0F451C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220" y="1368279"/>
            <a:ext cx="10905066" cy="4307500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47B176-203B-8F1B-93D9-6EEE3C80A880}"/>
              </a:ext>
            </a:extLst>
          </p:cNvPr>
          <p:cNvSpPr txBox="1"/>
          <p:nvPr/>
        </p:nvSpPr>
        <p:spPr>
          <a:xfrm>
            <a:off x="525220" y="649334"/>
            <a:ext cx="1636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footer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0297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의류, 신발류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FEB7D7-0F4C-0E7B-CD37-3A19349FA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215" y="1477108"/>
            <a:ext cx="6332696" cy="4666938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FC0BC42B-12D4-528C-DAF8-2B8342426999}"/>
              </a:ext>
            </a:extLst>
          </p:cNvPr>
          <p:cNvCxnSpPr/>
          <p:nvPr/>
        </p:nvCxnSpPr>
        <p:spPr>
          <a:xfrm flipV="1">
            <a:off x="7254911" y="2672862"/>
            <a:ext cx="954592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BAAB3EB-49A2-21B6-B171-99B42C41BEE9}"/>
              </a:ext>
            </a:extLst>
          </p:cNvPr>
          <p:cNvSpPr txBox="1"/>
          <p:nvPr/>
        </p:nvSpPr>
        <p:spPr>
          <a:xfrm>
            <a:off x="8320035" y="1396721"/>
            <a:ext cx="3195376" cy="230832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ex)</a:t>
            </a:r>
          </a:p>
          <a:p>
            <a:r>
              <a:rPr lang="en-US" altLang="ko-KR" dirty="0"/>
              <a:t>html</a:t>
            </a:r>
          </a:p>
          <a:p>
            <a:r>
              <a:rPr lang="en-US" altLang="ko-KR" dirty="0"/>
              <a:t>div class=“product-list”;</a:t>
            </a:r>
          </a:p>
          <a:p>
            <a:endParaRPr lang="en-US" altLang="ko-KR" dirty="0"/>
          </a:p>
          <a:p>
            <a:r>
              <a:rPr lang="ko-KR" altLang="en-US" dirty="0"/>
              <a:t>상품 </a:t>
            </a:r>
            <a:r>
              <a:rPr lang="ko-KR" altLang="en-US"/>
              <a:t>데이터를 배열 </a:t>
            </a:r>
            <a:r>
              <a:rPr lang="ko-KR" altLang="en-US" dirty="0"/>
              <a:t>형태로 저장</a:t>
            </a:r>
            <a:r>
              <a:rPr lang="en-US" altLang="ko-KR" dirty="0"/>
              <a:t>(</a:t>
            </a:r>
            <a:r>
              <a:rPr lang="en-US" altLang="ko-KR" dirty="0" err="1"/>
              <a:t>Js</a:t>
            </a:r>
            <a:r>
              <a:rPr lang="ko-KR" altLang="en-US" dirty="0"/>
              <a:t>를 이용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16091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사람, 스크린샷, 의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082988-641D-EA8D-31C6-7BDBAAB95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76" y="317897"/>
            <a:ext cx="6541477" cy="55852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1ED1EF-FF2E-85E1-4880-8DB54A4159AC}"/>
              </a:ext>
            </a:extLst>
          </p:cNvPr>
          <p:cNvSpPr txBox="1"/>
          <p:nvPr/>
        </p:nvSpPr>
        <p:spPr>
          <a:xfrm>
            <a:off x="7331526" y="725960"/>
            <a:ext cx="413112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이미지 클릭 시 확대</a:t>
            </a:r>
            <a:r>
              <a:rPr lang="en-US" altLang="ko-KR" dirty="0"/>
              <a:t>, </a:t>
            </a:r>
            <a:r>
              <a:rPr lang="ko-KR" altLang="en-US" dirty="0"/>
              <a:t>한번 더 클릭 시 축소</a:t>
            </a:r>
            <a:r>
              <a:rPr lang="en-US" altLang="ko-KR" dirty="0"/>
              <a:t>(JS </a:t>
            </a:r>
            <a:r>
              <a:rPr lang="ko-KR" altLang="en-US" dirty="0"/>
              <a:t>사용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06A328-B4A4-95B1-26F5-B36F332A041E}"/>
              </a:ext>
            </a:extLst>
          </p:cNvPr>
          <p:cNvSpPr txBox="1"/>
          <p:nvPr/>
        </p:nvSpPr>
        <p:spPr>
          <a:xfrm>
            <a:off x="7331526" y="2510346"/>
            <a:ext cx="4131129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클릭 시 색상 변경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JS</a:t>
            </a:r>
          </a:p>
          <a:p>
            <a:r>
              <a:rPr lang="ko-KR" altLang="en-US" dirty="0"/>
              <a:t>버튼 사용 시 기존에 선택된 버튼은 해제</a:t>
            </a:r>
            <a:r>
              <a:rPr lang="en-US" altLang="ko-KR" dirty="0"/>
              <a:t>, </a:t>
            </a:r>
            <a:r>
              <a:rPr lang="ko-KR" altLang="en-US" dirty="0"/>
              <a:t>새로 클릭한 버튼만 </a:t>
            </a:r>
            <a:r>
              <a:rPr lang="en-US" altLang="ko-KR" dirty="0" err="1"/>
              <a:t>css</a:t>
            </a:r>
            <a:r>
              <a:rPr lang="en-US" altLang="ko-KR" dirty="0"/>
              <a:t> </a:t>
            </a:r>
            <a:r>
              <a:rPr lang="ko-KR" altLang="en-US" dirty="0"/>
              <a:t>적용</a:t>
            </a:r>
            <a:endParaRPr lang="en-US" altLang="ko-KR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80BBC6F-44DF-8A4B-D15E-27552B7ACB2D}"/>
              </a:ext>
            </a:extLst>
          </p:cNvPr>
          <p:cNvCxnSpPr/>
          <p:nvPr/>
        </p:nvCxnSpPr>
        <p:spPr>
          <a:xfrm>
            <a:off x="4483510" y="1052052"/>
            <a:ext cx="2743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3CC019F-03AD-28D6-7F72-40B204149A20}"/>
              </a:ext>
            </a:extLst>
          </p:cNvPr>
          <p:cNvCxnSpPr>
            <a:cxnSpLocks/>
          </p:cNvCxnSpPr>
          <p:nvPr/>
        </p:nvCxnSpPr>
        <p:spPr>
          <a:xfrm flipV="1">
            <a:off x="6596905" y="3529781"/>
            <a:ext cx="681884" cy="1966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6795564F-CF7A-4C8F-FC4F-C488D056A010}"/>
              </a:ext>
            </a:extLst>
          </p:cNvPr>
          <p:cNvCxnSpPr>
            <a:cxnSpLocks/>
          </p:cNvCxnSpPr>
          <p:nvPr/>
        </p:nvCxnSpPr>
        <p:spPr>
          <a:xfrm>
            <a:off x="6170238" y="4588510"/>
            <a:ext cx="1404269" cy="3519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7F110DD-01CC-8ADE-02B8-B42BB3E55CA0}"/>
              </a:ext>
            </a:extLst>
          </p:cNvPr>
          <p:cNvSpPr txBox="1"/>
          <p:nvPr/>
        </p:nvSpPr>
        <p:spPr>
          <a:xfrm>
            <a:off x="7608695" y="4764500"/>
            <a:ext cx="413112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/>
              <a:t>선택한 수량에 따라 가격 변경 및 장바구니 저장 기능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41986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98</Words>
  <Application>Microsoft Office PowerPoint</Application>
  <PresentationFormat>와이드스크린</PresentationFormat>
  <Paragraphs>19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주창 송</dc:creator>
  <cp:lastModifiedBy>주창 송</cp:lastModifiedBy>
  <cp:revision>1</cp:revision>
  <dcterms:created xsi:type="dcterms:W3CDTF">2026-02-21T04:21:11Z</dcterms:created>
  <dcterms:modified xsi:type="dcterms:W3CDTF">2026-02-21T05:55:49Z</dcterms:modified>
</cp:coreProperties>
</file>