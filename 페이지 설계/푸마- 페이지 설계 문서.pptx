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8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65988-76B7-5EED-40E5-0FD1D558B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B15E2B-29C4-9546-2315-08EE15CFF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72C467-A793-4B77-12F7-D9CB3E0AB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25C40-425C-4F47-8642-1EF59708A52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D59B7A-7A4C-503A-EED2-5679DB50D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27145D-49C3-2D10-3C38-9792373CA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9861-5947-47E8-9E1A-A7C856A06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177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3051F-6079-65E3-0EF2-97F402D7B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105105-0FCC-078E-E00D-C97621ED9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775555-40A6-8680-1478-91C5348D3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25C40-425C-4F47-8642-1EF59708A52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2B1BB9-F9DB-0745-3F21-3DDBECDE1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33E244-9D6E-C41D-8CC5-E94122B0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9861-5947-47E8-9E1A-A7C856A06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419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6B186A-8FE8-F911-D08A-4D91005C0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9E3AF1-19AB-EC61-1053-7F2684E6E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A35235-A7BF-8BB4-C4E0-831B7D7AE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25C40-425C-4F47-8642-1EF59708A52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D5B5B7-A539-A89A-610E-2021DA832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6CBB03-9D26-B0B2-FCB8-1366EB3C1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9861-5947-47E8-9E1A-A7C856A06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218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8A610-FA28-0D03-180C-65D89B90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C4457E-2522-8147-1733-72033F6D8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F0B226-3604-9C04-7CDB-C571DD5BE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DBD714-7CE6-E496-6C42-1639D13CE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25C40-425C-4F47-8642-1EF59708A52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E3CF15-E804-79C9-E9D1-33981CDED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647A7B-0122-119E-9761-9BE95F07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9861-5947-47E8-9E1A-A7C856A06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819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03E46A-916A-CF1B-91D8-355D7B282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ABA0E2-4AF2-A790-F828-799E5C21C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586D3E-A7EC-D6DA-D8B4-3D59DBB68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548E0A-6E00-08D8-E2E9-0304382C5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A07CC6-93FB-BF7E-35ED-5228F5604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5D1F84-46B6-E3E6-EB41-70D8E45B4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25C40-425C-4F47-8642-1EF59708A52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1782151-E130-FB78-B468-5EA7771AA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68FEBC-DC0E-4835-2667-15596D72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9861-5947-47E8-9E1A-A7C856A06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703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F81AE-ED5F-F92A-02A7-7BB8FECC2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870F8F-2883-EB95-68D0-4D676B68B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25C40-425C-4F47-8642-1EF59708A52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430E59-8D04-92AE-34DE-DD3560E22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E0A07D-ED54-F89F-03CA-21D6DCAA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9861-5947-47E8-9E1A-A7C856A06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30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4E4F9C-44C0-18BC-0D45-D45FB079D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25C40-425C-4F47-8642-1EF59708A52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5EB639-81EF-36A3-5272-30FB796D0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07419B-C8AE-81ED-DB3C-32E1C20E7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9861-5947-47E8-9E1A-A7C856A06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280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9D8D9-11DB-4A67-6AF3-0813A2BC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2A288A-46C1-B26A-9A01-F3BC5E700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59514D-C487-3B41-CBCF-6E0B583EB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20FB16-BB80-5FD8-3B47-163B7579D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25C40-425C-4F47-8642-1EF59708A52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4198AB-29D3-1067-1D6C-304F1600F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DF009C-4FB4-F2DA-4D79-472A36C1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9861-5947-47E8-9E1A-A7C856A06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5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E570-0088-BAB0-6894-082AF7F1C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2ECC7E-E82D-C748-45D9-59A9F0C34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F7D244-B6CC-35E4-86A8-F1AB33BE5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086DD4-D168-C91C-7A6B-6C4308EA8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25C40-425C-4F47-8642-1EF59708A52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B381BD-E356-245E-D5F2-4A64B563E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B0271C-DA6A-CC8F-ABF8-0DD81B614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9861-5947-47E8-9E1A-A7C856A06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811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754E0D-C333-31B0-30ED-4A44B2234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DE9971-5881-E2D3-10C6-B6CBF762D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9829F7-88A5-D905-0467-4272C300A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25C40-425C-4F47-8642-1EF59708A52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6B82DC-9B07-4E2F-4F3E-03D14F891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1B03E7-AEA8-C20B-FA83-C6E5F7473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9861-5947-47E8-9E1A-A7C856A06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39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1EBF216-8478-EEB1-821F-032A587B8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371C86-5E57-002D-5296-DCBDA8150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4AFADB-2A2B-7B69-74DC-A9347B82B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25C40-425C-4F47-8642-1EF59708A52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D107A4-ACB5-5FF9-319C-4569AF469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FB51A1-C196-01E3-7935-67E52C476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69861-5947-47E8-9E1A-A7C856A06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339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91F43D-056F-CE5B-BFC7-6CD730D97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5540FC-0532-1391-65C4-E56D14B33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6BAE78-77E5-58AE-DAF3-EAEA1589C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625C40-425C-4F47-8642-1EF59708A529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EAC524-D50B-95BC-2B1E-060C20277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0C4F03-728F-450F-A64B-E16B4FC24A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B69861-5947-47E8-9E1A-A7C856A06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55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484532-5DCA-AA26-7476-7C18004ECB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푸마</a:t>
            </a:r>
            <a:r>
              <a:rPr lang="en-US" altLang="ko-KR" dirty="0"/>
              <a:t>- </a:t>
            </a:r>
            <a:r>
              <a:rPr lang="ko-KR" altLang="en-US" dirty="0"/>
              <a:t>화면 설계 문서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8ED120-6454-C597-F047-EACFF969C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34547"/>
            <a:ext cx="9144000" cy="2010092"/>
          </a:xfrm>
        </p:spPr>
        <p:txBody>
          <a:bodyPr>
            <a:normAutofit/>
          </a:bodyPr>
          <a:lstStyle/>
          <a:p>
            <a:r>
              <a:rPr lang="ko-KR" altLang="en-US" dirty="0"/>
              <a:t>이현겸</a:t>
            </a:r>
            <a:r>
              <a:rPr lang="en-US" altLang="ko-KR" dirty="0"/>
              <a:t>(</a:t>
            </a:r>
            <a:r>
              <a:rPr lang="ko-KR" altLang="en-US" dirty="0"/>
              <a:t>팀장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박세인</a:t>
            </a:r>
            <a:endParaRPr lang="en-US" altLang="ko-KR" dirty="0"/>
          </a:p>
          <a:p>
            <a:r>
              <a:rPr lang="ko-KR" altLang="en-US" dirty="0" err="1"/>
              <a:t>장해든</a:t>
            </a:r>
            <a:endParaRPr lang="en-US" altLang="ko-KR" dirty="0"/>
          </a:p>
          <a:p>
            <a:r>
              <a:rPr lang="ko-KR" altLang="en-US" dirty="0" err="1"/>
              <a:t>송주창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6026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AA3FB-5ED5-7003-7569-7B9A5C8FE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9D462-66E7-F922-D2F1-6475D0ED4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982" y="267854"/>
            <a:ext cx="1339273" cy="489528"/>
          </a:xfrm>
        </p:spPr>
        <p:txBody>
          <a:bodyPr>
            <a:noAutofit/>
          </a:bodyPr>
          <a:lstStyle/>
          <a:p>
            <a:r>
              <a:rPr lang="ko-KR" altLang="en-US" sz="3200"/>
              <a:t>목차</a:t>
            </a:r>
            <a:endParaRPr lang="ko-KR" altLang="en-US" sz="3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10092A-72FB-E928-80FB-2F9740A3E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309" y="1418908"/>
            <a:ext cx="4461164" cy="2010092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Index(</a:t>
            </a:r>
            <a:r>
              <a:rPr lang="ko-KR" altLang="en-US" dirty="0"/>
              <a:t>메인 화면</a:t>
            </a:r>
            <a:r>
              <a:rPr lang="en-US" altLang="ko-KR" dirty="0"/>
              <a:t>)- 3p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Product(</a:t>
            </a:r>
            <a:r>
              <a:rPr lang="ko-KR" altLang="en-US" dirty="0"/>
              <a:t>신상품 화면</a:t>
            </a:r>
            <a:r>
              <a:rPr lang="en-US" altLang="ko-KR" dirty="0"/>
              <a:t>)-4p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Detail(</a:t>
            </a:r>
            <a:r>
              <a:rPr lang="ko-KR" altLang="en-US" dirty="0"/>
              <a:t>상품 상세 화면</a:t>
            </a:r>
            <a:r>
              <a:rPr lang="en-US" altLang="ko-KR" dirty="0"/>
              <a:t>)-6p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ko-KR" dirty="0"/>
              <a:t>cart(</a:t>
            </a:r>
            <a:r>
              <a:rPr lang="ko-KR" altLang="en-US" dirty="0"/>
              <a:t>장바구니 화면</a:t>
            </a:r>
            <a:r>
              <a:rPr lang="en-US" altLang="ko-KR" dirty="0"/>
              <a:t>)-8p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6730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도표, 텍스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48FA32-37EE-3E50-1D87-296B7DA40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459" y="0"/>
            <a:ext cx="521908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760133-28DB-BAAD-64BF-D21347B4868A}"/>
              </a:ext>
            </a:extLst>
          </p:cNvPr>
          <p:cNvSpPr txBox="1"/>
          <p:nvPr/>
        </p:nvSpPr>
        <p:spPr>
          <a:xfrm>
            <a:off x="230909" y="230909"/>
            <a:ext cx="187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Index.html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9260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260302-7F14-9D2C-7794-2171CCF12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908" y="0"/>
            <a:ext cx="527418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991023-22C6-370F-45F5-4DCC62B9B069}"/>
              </a:ext>
            </a:extLst>
          </p:cNvPr>
          <p:cNvSpPr txBox="1"/>
          <p:nvPr/>
        </p:nvSpPr>
        <p:spPr>
          <a:xfrm>
            <a:off x="230909" y="240145"/>
            <a:ext cx="187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product.html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3216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5CBD3-DB8A-B544-E78D-06D54776F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친필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38B047-E131-D267-DA07-91A9A8945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111" y="0"/>
            <a:ext cx="528377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504551-FB3C-D2BA-72AE-215F0A1B50C5}"/>
              </a:ext>
            </a:extLst>
          </p:cNvPr>
          <p:cNvSpPr txBox="1"/>
          <p:nvPr/>
        </p:nvSpPr>
        <p:spPr>
          <a:xfrm>
            <a:off x="230909" y="240145"/>
            <a:ext cx="187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product.html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3837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7C392-D040-89A3-A32F-36F3F5F8A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601A35-68E5-ADF6-BF4B-9960B58D5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248"/>
          <a:stretch>
            <a:fillRect/>
          </a:stretch>
        </p:blipFill>
        <p:spPr>
          <a:xfrm>
            <a:off x="2217729" y="0"/>
            <a:ext cx="775654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728201-A9C7-1D9C-4F3B-6946CE175A74}"/>
              </a:ext>
            </a:extLst>
          </p:cNvPr>
          <p:cNvSpPr txBox="1"/>
          <p:nvPr/>
        </p:nvSpPr>
        <p:spPr>
          <a:xfrm>
            <a:off x="230909" y="240145"/>
            <a:ext cx="187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detail.html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2906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34ADA-74D3-9F7B-B0E5-64E8C15D7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8DA8EA-FE08-55C1-57EA-7F2558F51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b="17229"/>
          <a:stretch>
            <a:fillRect/>
          </a:stretch>
        </p:blipFill>
        <p:spPr>
          <a:xfrm>
            <a:off x="2454848" y="-3370"/>
            <a:ext cx="7282303" cy="68613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C0A3C9-C0CC-9798-7022-4BF078783C3E}"/>
              </a:ext>
            </a:extLst>
          </p:cNvPr>
          <p:cNvSpPr txBox="1"/>
          <p:nvPr/>
        </p:nvSpPr>
        <p:spPr>
          <a:xfrm>
            <a:off x="230909" y="240145"/>
            <a:ext cx="187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detail.html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6811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19B9ED-590E-6FEF-CEC0-CA59B816A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859" y="2213438"/>
            <a:ext cx="2613887" cy="3368332"/>
          </a:xfrm>
          <a:prstGeom prst="rect">
            <a:avLst/>
          </a:prstGeom>
        </p:spPr>
      </p:pic>
      <p:pic>
        <p:nvPicPr>
          <p:cNvPr id="5" name="그림 4" descr="신발류, 스크린샷, 하늘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09908B-78A9-E9CF-227A-24D13908E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39" y="717755"/>
            <a:ext cx="6754760" cy="4193678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200D05E-EAE3-EE33-F57C-07ABC83880B3}"/>
              </a:ext>
            </a:extLst>
          </p:cNvPr>
          <p:cNvSpPr/>
          <p:nvPr/>
        </p:nvSpPr>
        <p:spPr>
          <a:xfrm>
            <a:off x="6775998" y="989052"/>
            <a:ext cx="234401" cy="2087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5963517-8F71-95F7-0785-A12A15BCCB41}"/>
              </a:ext>
            </a:extLst>
          </p:cNvPr>
          <p:cNvCxnSpPr>
            <a:cxnSpLocks/>
          </p:cNvCxnSpPr>
          <p:nvPr/>
        </p:nvCxnSpPr>
        <p:spPr>
          <a:xfrm>
            <a:off x="7010399" y="1093446"/>
            <a:ext cx="1533833" cy="11764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396F42B-51E0-0588-A5C9-5141391D8A40}"/>
              </a:ext>
            </a:extLst>
          </p:cNvPr>
          <p:cNvSpPr/>
          <p:nvPr/>
        </p:nvSpPr>
        <p:spPr>
          <a:xfrm>
            <a:off x="6507184" y="989052"/>
            <a:ext cx="234401" cy="2087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F35301E-FE38-30A9-BE80-8CA7B0484590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6624385" y="493986"/>
            <a:ext cx="2000504" cy="495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749104B-B749-4ABB-A5EC-1730E4F83FE6}"/>
              </a:ext>
            </a:extLst>
          </p:cNvPr>
          <p:cNvSpPr txBox="1"/>
          <p:nvPr/>
        </p:nvSpPr>
        <p:spPr>
          <a:xfrm>
            <a:off x="8770374" y="265471"/>
            <a:ext cx="300764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장바구니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장바구니에 담겨져 있는 리스트 화면에 출력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24233E8-451D-CF63-BEED-396DB058D248}"/>
              </a:ext>
            </a:extLst>
          </p:cNvPr>
          <p:cNvCxnSpPr>
            <a:cxnSpLocks/>
          </p:cNvCxnSpPr>
          <p:nvPr/>
        </p:nvCxnSpPr>
        <p:spPr>
          <a:xfrm>
            <a:off x="2509586" y="4649225"/>
            <a:ext cx="1088556" cy="797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09FC505-545B-5525-2A0A-921F6A4361CB}"/>
              </a:ext>
            </a:extLst>
          </p:cNvPr>
          <p:cNvSpPr txBox="1"/>
          <p:nvPr/>
        </p:nvSpPr>
        <p:spPr>
          <a:xfrm>
            <a:off x="3053864" y="5581770"/>
            <a:ext cx="34533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이미지 전환 기능 추가</a:t>
            </a:r>
            <a:r>
              <a:rPr lang="en-US" altLang="ko-KR" dirty="0"/>
              <a:t>(JS </a:t>
            </a:r>
            <a:r>
              <a:rPr lang="ko-KR" altLang="en-US" dirty="0"/>
              <a:t>이용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B5A41C-65AC-8620-6A28-4093568FF8AD}"/>
              </a:ext>
            </a:extLst>
          </p:cNvPr>
          <p:cNvSpPr txBox="1"/>
          <p:nvPr/>
        </p:nvSpPr>
        <p:spPr>
          <a:xfrm>
            <a:off x="230909" y="240145"/>
            <a:ext cx="187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4624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A8DC90-65B9-126F-EEEE-C0C526E79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69" y="1541382"/>
            <a:ext cx="2613887" cy="3368332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839D63-666B-D24E-F6BE-0F0990645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065" y="274792"/>
            <a:ext cx="6302478" cy="4260553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4EBA865-5F57-45A9-39B8-FCBD76D74419}"/>
              </a:ext>
            </a:extLst>
          </p:cNvPr>
          <p:cNvCxnSpPr>
            <a:cxnSpLocks/>
          </p:cNvCxnSpPr>
          <p:nvPr/>
        </p:nvCxnSpPr>
        <p:spPr>
          <a:xfrm>
            <a:off x="2888945" y="2299595"/>
            <a:ext cx="1093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6880621-DF8E-7DB8-CFF5-A52CD2C45BFD}"/>
              </a:ext>
            </a:extLst>
          </p:cNvPr>
          <p:cNvSpPr txBox="1"/>
          <p:nvPr/>
        </p:nvSpPr>
        <p:spPr>
          <a:xfrm>
            <a:off x="677732" y="670546"/>
            <a:ext cx="5095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로그인화면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455278-0CBB-06B1-9212-50ED794229BA}"/>
              </a:ext>
            </a:extLst>
          </p:cNvPr>
          <p:cNvSpPr txBox="1"/>
          <p:nvPr/>
        </p:nvSpPr>
        <p:spPr>
          <a:xfrm>
            <a:off x="4354997" y="4535345"/>
            <a:ext cx="611161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아이디와 비밀번호가 공백일 경우 경고 메시지 출력</a:t>
            </a:r>
            <a:endParaRPr lang="en-US" altLang="ko-KR" dirty="0"/>
          </a:p>
          <a:p>
            <a:br>
              <a:rPr lang="en-US" altLang="ko-KR" dirty="0"/>
            </a:br>
            <a:r>
              <a:rPr lang="ko-KR" altLang="en-US" dirty="0"/>
              <a:t>모든 값이 입력되었을 때 로그인 성공 메시지를 표시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E33DD83-7259-42DA-30DC-7E74D45C1443}"/>
              </a:ext>
            </a:extLst>
          </p:cNvPr>
          <p:cNvCxnSpPr>
            <a:cxnSpLocks/>
          </p:cNvCxnSpPr>
          <p:nvPr/>
        </p:nvCxnSpPr>
        <p:spPr>
          <a:xfrm>
            <a:off x="6022803" y="2066683"/>
            <a:ext cx="163971" cy="2317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0069290-7B59-D383-E10F-4CA01F5858B9}"/>
              </a:ext>
            </a:extLst>
          </p:cNvPr>
          <p:cNvSpPr txBox="1"/>
          <p:nvPr/>
        </p:nvSpPr>
        <p:spPr>
          <a:xfrm>
            <a:off x="230909" y="240145"/>
            <a:ext cx="187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6477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B83195-8093-4E0D-5F3C-E2B0F451C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20" y="1368279"/>
            <a:ext cx="10905066" cy="4307500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47B176-203B-8F1B-93D9-6EEE3C80A880}"/>
              </a:ext>
            </a:extLst>
          </p:cNvPr>
          <p:cNvSpPr txBox="1"/>
          <p:nvPr/>
        </p:nvSpPr>
        <p:spPr>
          <a:xfrm>
            <a:off x="525220" y="649334"/>
            <a:ext cx="1636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footer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C1AE58-841E-4790-9BCF-0BD4DDAF6AC3}"/>
              </a:ext>
            </a:extLst>
          </p:cNvPr>
          <p:cNvSpPr txBox="1"/>
          <p:nvPr/>
        </p:nvSpPr>
        <p:spPr>
          <a:xfrm>
            <a:off x="230909" y="240145"/>
            <a:ext cx="187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0297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의류, 신발류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FEB7D7-0F4C-0E7B-CD37-3A19349FA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5" y="1477108"/>
            <a:ext cx="6332696" cy="4666938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FC0BC42B-12D4-528C-DAF8-2B8342426999}"/>
              </a:ext>
            </a:extLst>
          </p:cNvPr>
          <p:cNvCxnSpPr/>
          <p:nvPr/>
        </p:nvCxnSpPr>
        <p:spPr>
          <a:xfrm flipV="1">
            <a:off x="7254911" y="2672862"/>
            <a:ext cx="954592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BAAB3EB-49A2-21B6-B171-99B42C41BEE9}"/>
              </a:ext>
            </a:extLst>
          </p:cNvPr>
          <p:cNvSpPr txBox="1"/>
          <p:nvPr/>
        </p:nvSpPr>
        <p:spPr>
          <a:xfrm>
            <a:off x="8320035" y="1396721"/>
            <a:ext cx="3195376" cy="230832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ex)</a:t>
            </a:r>
          </a:p>
          <a:p>
            <a:r>
              <a:rPr lang="en-US" altLang="ko-KR" dirty="0"/>
              <a:t>html</a:t>
            </a:r>
          </a:p>
          <a:p>
            <a:r>
              <a:rPr lang="en-US" altLang="ko-KR" dirty="0"/>
              <a:t>div class=“product-list”;</a:t>
            </a:r>
          </a:p>
          <a:p>
            <a:endParaRPr lang="en-US" altLang="ko-KR" dirty="0"/>
          </a:p>
          <a:p>
            <a:r>
              <a:rPr lang="ko-KR" altLang="en-US" dirty="0"/>
              <a:t>상품 </a:t>
            </a:r>
            <a:r>
              <a:rPr lang="ko-KR" altLang="en-US"/>
              <a:t>데이터를 배열 </a:t>
            </a:r>
            <a:r>
              <a:rPr lang="ko-KR" altLang="en-US" dirty="0"/>
              <a:t>형태로 저장</a:t>
            </a:r>
            <a:r>
              <a:rPr lang="en-US" altLang="ko-KR" dirty="0"/>
              <a:t>(</a:t>
            </a:r>
            <a:r>
              <a:rPr lang="en-US" altLang="ko-KR" dirty="0" err="1"/>
              <a:t>Js</a:t>
            </a:r>
            <a:r>
              <a:rPr lang="ko-KR" altLang="en-US" dirty="0"/>
              <a:t>를 이용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11432D-89D0-9FE4-666F-D5C520B8582B}"/>
              </a:ext>
            </a:extLst>
          </p:cNvPr>
          <p:cNvSpPr txBox="1"/>
          <p:nvPr/>
        </p:nvSpPr>
        <p:spPr>
          <a:xfrm>
            <a:off x="230909" y="240145"/>
            <a:ext cx="187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6091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사람, 스크린샷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082988-641D-EA8D-31C6-7BDBAAB95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04" y="853607"/>
            <a:ext cx="6541477" cy="5585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1ED1EF-FF2E-85E1-4880-8DB54A4159AC}"/>
              </a:ext>
            </a:extLst>
          </p:cNvPr>
          <p:cNvSpPr txBox="1"/>
          <p:nvPr/>
        </p:nvSpPr>
        <p:spPr>
          <a:xfrm>
            <a:off x="7313054" y="1261670"/>
            <a:ext cx="41311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이미지 클릭 시 확대</a:t>
            </a:r>
            <a:r>
              <a:rPr lang="en-US" altLang="ko-KR" dirty="0"/>
              <a:t>, </a:t>
            </a:r>
            <a:r>
              <a:rPr lang="ko-KR" altLang="en-US" dirty="0"/>
              <a:t>한번 더 클릭 시 축소</a:t>
            </a:r>
            <a:r>
              <a:rPr lang="en-US" altLang="ko-KR" dirty="0"/>
              <a:t>(JS 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6A328-B4A4-95B1-26F5-B36F332A041E}"/>
              </a:ext>
            </a:extLst>
          </p:cNvPr>
          <p:cNvSpPr txBox="1"/>
          <p:nvPr/>
        </p:nvSpPr>
        <p:spPr>
          <a:xfrm>
            <a:off x="7313054" y="3046056"/>
            <a:ext cx="4131129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클릭 시 색상 변경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JS</a:t>
            </a:r>
          </a:p>
          <a:p>
            <a:r>
              <a:rPr lang="ko-KR" altLang="en-US" dirty="0"/>
              <a:t>버튼 사용 시 기존에 선택된 버튼은 해제</a:t>
            </a:r>
            <a:r>
              <a:rPr lang="en-US" altLang="ko-KR" dirty="0"/>
              <a:t>, </a:t>
            </a:r>
            <a:r>
              <a:rPr lang="ko-KR" altLang="en-US" dirty="0"/>
              <a:t>새로 클릭한 버튼만 </a:t>
            </a:r>
            <a:r>
              <a:rPr lang="en-US" altLang="ko-KR" dirty="0" err="1"/>
              <a:t>css</a:t>
            </a:r>
            <a:r>
              <a:rPr lang="en-US" altLang="ko-KR" dirty="0"/>
              <a:t> </a:t>
            </a:r>
            <a:r>
              <a:rPr lang="ko-KR" altLang="en-US" dirty="0"/>
              <a:t>적용</a:t>
            </a:r>
            <a:endParaRPr lang="en-US" altLang="ko-KR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80BBC6F-44DF-8A4B-D15E-27552B7ACB2D}"/>
              </a:ext>
            </a:extLst>
          </p:cNvPr>
          <p:cNvCxnSpPr/>
          <p:nvPr/>
        </p:nvCxnSpPr>
        <p:spPr>
          <a:xfrm>
            <a:off x="4465038" y="1587762"/>
            <a:ext cx="2743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3CC019F-03AD-28D6-7F72-40B204149A20}"/>
              </a:ext>
            </a:extLst>
          </p:cNvPr>
          <p:cNvCxnSpPr>
            <a:cxnSpLocks/>
          </p:cNvCxnSpPr>
          <p:nvPr/>
        </p:nvCxnSpPr>
        <p:spPr>
          <a:xfrm flipV="1">
            <a:off x="6578433" y="4065491"/>
            <a:ext cx="681884" cy="196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6795564F-CF7A-4C8F-FC4F-C488D056A010}"/>
              </a:ext>
            </a:extLst>
          </p:cNvPr>
          <p:cNvCxnSpPr>
            <a:cxnSpLocks/>
          </p:cNvCxnSpPr>
          <p:nvPr/>
        </p:nvCxnSpPr>
        <p:spPr>
          <a:xfrm>
            <a:off x="6151766" y="5124220"/>
            <a:ext cx="1404269" cy="351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F110DD-01CC-8ADE-02B8-B42BB3E55CA0}"/>
              </a:ext>
            </a:extLst>
          </p:cNvPr>
          <p:cNvSpPr txBox="1"/>
          <p:nvPr/>
        </p:nvSpPr>
        <p:spPr>
          <a:xfrm>
            <a:off x="7590223" y="5300210"/>
            <a:ext cx="41311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선택한 수량에 따라 가격 변경 및 장바구니 저장 기능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6D378F-728C-B7DC-69CB-033D94220075}"/>
              </a:ext>
            </a:extLst>
          </p:cNvPr>
          <p:cNvSpPr txBox="1"/>
          <p:nvPr/>
        </p:nvSpPr>
        <p:spPr>
          <a:xfrm>
            <a:off x="230909" y="240145"/>
            <a:ext cx="187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1986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소프트웨어, 멀티미디어 소프트웨어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6FC1A6-222E-3811-6522-3BF25A5DF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3854"/>
            <a:ext cx="11936361" cy="55741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F1DB39-196F-3509-EC7A-B38E771A44FF}"/>
              </a:ext>
            </a:extLst>
          </p:cNvPr>
          <p:cNvSpPr txBox="1"/>
          <p:nvPr/>
        </p:nvSpPr>
        <p:spPr>
          <a:xfrm>
            <a:off x="230909" y="240145"/>
            <a:ext cx="187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0412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392FAD-ED35-A528-5BFE-48D3B3ADCA5C}"/>
              </a:ext>
            </a:extLst>
          </p:cNvPr>
          <p:cNvSpPr txBox="1"/>
          <p:nvPr/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F35E7C-B35E-D1F4-71A4-41719B0F6BD1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700"/>
              <a:t>&lt;div class="cart-container"&gt;</a:t>
            </a:r>
            <a:br>
              <a:rPr lang="en-US" altLang="ko-KR" sz="1700"/>
            </a:br>
            <a:br>
              <a:rPr lang="en-US" altLang="ko-KR" sz="1700"/>
            </a:br>
            <a:r>
              <a:rPr lang="en-US" altLang="ko-KR" sz="1700"/>
              <a:t>  &lt;!-- </a:t>
            </a:r>
            <a:r>
              <a:rPr lang="ko-KR" altLang="en-US" sz="1700"/>
              <a:t>왼쪽 </a:t>
            </a:r>
            <a:r>
              <a:rPr lang="en-US" altLang="ko-KR" sz="1700"/>
              <a:t>--&gt;</a:t>
            </a:r>
            <a:br>
              <a:rPr lang="en-US" altLang="ko-KR" sz="1700"/>
            </a:br>
            <a:r>
              <a:rPr lang="en-US" altLang="ko-KR" sz="1700"/>
              <a:t>  &lt;div class="cart-items"&gt;</a:t>
            </a:r>
            <a:br>
              <a:rPr lang="en-US" altLang="ko-KR" sz="1700"/>
            </a:br>
            <a:r>
              <a:rPr lang="en-US" altLang="ko-KR" sz="1700"/>
              <a:t>    &lt;div class="cart-item"&gt;</a:t>
            </a:r>
            <a:br>
              <a:rPr lang="en-US" altLang="ko-KR" sz="1700"/>
            </a:br>
            <a:r>
              <a:rPr lang="en-US" altLang="ko-KR" sz="1700"/>
              <a:t>    &lt;!-- </a:t>
            </a:r>
            <a:r>
              <a:rPr lang="ko-KR" altLang="en-US" sz="1700"/>
              <a:t>반복되는 영역 </a:t>
            </a:r>
            <a:r>
              <a:rPr lang="en-US" altLang="ko-KR" sz="1700"/>
              <a:t>--&gt;</a:t>
            </a:r>
            <a:br>
              <a:rPr lang="en-US" altLang="ko-KR" sz="1700"/>
            </a:br>
            <a:r>
              <a:rPr lang="en-US" altLang="ko-KR" sz="1700"/>
              <a:t>    &lt;/div&gt;</a:t>
            </a:r>
            <a:br>
              <a:rPr lang="en-US" altLang="ko-KR" sz="1700"/>
            </a:br>
            <a:r>
              <a:rPr lang="en-US" altLang="ko-KR" sz="1700"/>
              <a:t>  &lt;/div&gt;</a:t>
            </a:r>
            <a:br>
              <a:rPr lang="en-US" altLang="ko-KR" sz="1700"/>
            </a:br>
            <a:br>
              <a:rPr lang="en-US" altLang="ko-KR" sz="1700"/>
            </a:br>
            <a:r>
              <a:rPr lang="en-US" altLang="ko-KR" sz="1700"/>
              <a:t>  &lt;!-- </a:t>
            </a:r>
            <a:r>
              <a:rPr lang="ko-KR" altLang="en-US" sz="1700"/>
              <a:t>오른쪽 </a:t>
            </a:r>
            <a:r>
              <a:rPr lang="en-US" altLang="ko-KR" sz="1700"/>
              <a:t>--&gt;</a:t>
            </a:r>
            <a:br>
              <a:rPr lang="en-US" altLang="ko-KR" sz="1700"/>
            </a:br>
            <a:r>
              <a:rPr lang="en-US" altLang="ko-KR" sz="1700"/>
              <a:t>  &lt;div class="cart-summary"&gt;</a:t>
            </a:r>
            <a:br>
              <a:rPr lang="en-US" altLang="ko-KR" sz="1700"/>
            </a:br>
            <a:r>
              <a:rPr lang="en-US" altLang="ko-KR" sz="1700"/>
              <a:t>  &lt;!-- </a:t>
            </a:r>
            <a:r>
              <a:rPr lang="ko-KR" altLang="en-US" sz="1700"/>
              <a:t>가격 계산 영역 </a:t>
            </a:r>
            <a:r>
              <a:rPr lang="en-US" altLang="ko-KR" sz="1700"/>
              <a:t>--&gt;</a:t>
            </a:r>
            <a:br>
              <a:rPr lang="en-US" altLang="ko-KR" sz="1700"/>
            </a:br>
            <a:r>
              <a:rPr lang="en-US" altLang="ko-KR" sz="1700"/>
              <a:t>  &lt;/div&gt;</a:t>
            </a:r>
            <a:br>
              <a:rPr lang="en-US" altLang="ko-KR" sz="1700"/>
            </a:br>
            <a:br>
              <a:rPr lang="en-US" altLang="ko-KR" sz="1700"/>
            </a:br>
            <a:r>
              <a:rPr lang="en-US" altLang="ko-KR" sz="1700"/>
              <a:t>&lt;/div&gt;</a:t>
            </a:r>
          </a:p>
        </p:txBody>
      </p:sp>
      <p:pic>
        <p:nvPicPr>
          <p:cNvPr id="4" name="그림 3" descr="텍스트, 소프트웨어, 멀티미디어 소프트웨어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DD0214-794C-A244-BEA4-C929F61F1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640" y="200722"/>
            <a:ext cx="6911722" cy="60382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B6BCEB-E5CD-CD06-B0C7-7C50F607A0A5}"/>
              </a:ext>
            </a:extLst>
          </p:cNvPr>
          <p:cNvSpPr txBox="1"/>
          <p:nvPr/>
        </p:nvSpPr>
        <p:spPr>
          <a:xfrm>
            <a:off x="230909" y="240145"/>
            <a:ext cx="187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4651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신발류, 스크린샷, 반바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F095FB-76F6-663A-78DD-5617D98F9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917"/>
            <a:ext cx="5702710" cy="57665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7996B9-FAA9-8FE0-9207-9371A87ABDF5}"/>
              </a:ext>
            </a:extLst>
          </p:cNvPr>
          <p:cNvSpPr txBox="1"/>
          <p:nvPr/>
        </p:nvSpPr>
        <p:spPr>
          <a:xfrm>
            <a:off x="6617110" y="496529"/>
            <a:ext cx="5181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const cart = [</a:t>
            </a:r>
            <a:br>
              <a:rPr lang="en-US" altLang="ko-KR" dirty="0"/>
            </a:br>
            <a:r>
              <a:rPr lang="en-US" altLang="ko-KR" dirty="0"/>
              <a:t>{</a:t>
            </a:r>
            <a:br>
              <a:rPr lang="en-US" altLang="ko-KR" dirty="0"/>
            </a:br>
            <a:r>
              <a:rPr lang="en-US" altLang="ko-KR" dirty="0"/>
              <a:t>  id: 1, 		//</a:t>
            </a:r>
            <a:r>
              <a:rPr lang="ko-KR" altLang="en-US" dirty="0"/>
              <a:t>상품 고유번호</a:t>
            </a:r>
            <a:br>
              <a:rPr lang="en-US" altLang="ko-KR" dirty="0"/>
            </a:br>
            <a:r>
              <a:rPr lang="en-US" altLang="ko-KR" dirty="0"/>
              <a:t>  name: ＂</a:t>
            </a:r>
            <a:r>
              <a:rPr lang="ko-KR" altLang="en-US" dirty="0"/>
              <a:t>상품명</a:t>
            </a:r>
            <a:r>
              <a:rPr lang="en-US" altLang="ko-KR" dirty="0"/>
              <a:t>＂, </a:t>
            </a:r>
            <a:br>
              <a:rPr lang="en-US" altLang="ko-KR" dirty="0"/>
            </a:br>
            <a:r>
              <a:rPr lang="en-US" altLang="ko-KR" dirty="0"/>
              <a:t>  price: 99000,</a:t>
            </a:r>
            <a:br>
              <a:rPr lang="en-US" altLang="ko-KR" dirty="0"/>
            </a:br>
            <a:r>
              <a:rPr lang="en-US" altLang="ko-KR" dirty="0"/>
              <a:t>  quantity: 2,	//</a:t>
            </a:r>
            <a:r>
              <a:rPr lang="ko-KR" altLang="en-US" dirty="0"/>
              <a:t>수량</a:t>
            </a:r>
            <a:br>
              <a:rPr lang="en-US" altLang="ko-KR" dirty="0"/>
            </a:br>
            <a:r>
              <a:rPr lang="en-US" altLang="ko-KR" dirty="0"/>
              <a:t>  size: ＂L＂,</a:t>
            </a:r>
            <a:br>
              <a:rPr lang="en-US" altLang="ko-KR" dirty="0"/>
            </a:br>
            <a:r>
              <a:rPr lang="en-US" altLang="ko-KR" dirty="0"/>
              <a:t>  color: ＂black＂,</a:t>
            </a:r>
            <a:br>
              <a:rPr lang="en-US" altLang="ko-KR" dirty="0"/>
            </a:br>
            <a:r>
              <a:rPr lang="en-US" altLang="ko-KR" dirty="0"/>
              <a:t>  image: "img.jpg"</a:t>
            </a:r>
            <a:br>
              <a:rPr lang="en-US" altLang="ko-KR" dirty="0"/>
            </a:br>
            <a:r>
              <a:rPr lang="en-US" altLang="ko-KR" dirty="0"/>
              <a:t>}</a:t>
            </a:r>
            <a:br>
              <a:rPr lang="en-US" altLang="ko-KR" dirty="0"/>
            </a:br>
            <a:r>
              <a:rPr lang="en-US" altLang="ko-KR" dirty="0"/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1898535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C9F4F4-A8F8-84E6-8FCC-D6B2317AF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37" y="146614"/>
            <a:ext cx="4467491" cy="65647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C571D5-D22A-0CC8-D07A-808C4A869AF1}"/>
              </a:ext>
            </a:extLst>
          </p:cNvPr>
          <p:cNvSpPr txBox="1"/>
          <p:nvPr/>
        </p:nvSpPr>
        <p:spPr>
          <a:xfrm>
            <a:off x="4507017" y="724829"/>
            <a:ext cx="4530898" cy="1767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lnSpc>
                <a:spcPct val="90000"/>
              </a:lnSpc>
              <a:spcAft>
                <a:spcPts val="600"/>
              </a:spcAft>
            </a:pPr>
            <a:r>
              <a:rPr lang="ko-KR" altLang="en-US" sz="1700" dirty="0"/>
              <a:t>수량</a:t>
            </a:r>
            <a:r>
              <a:rPr lang="en-US" altLang="ko-KR" sz="1700" dirty="0"/>
              <a:t>, </a:t>
            </a:r>
            <a:r>
              <a:rPr lang="ko-KR" altLang="en-US" sz="1700" dirty="0"/>
              <a:t>총 가격</a:t>
            </a:r>
            <a:r>
              <a:rPr lang="en-US" altLang="ko-KR" sz="1700" dirty="0"/>
              <a:t>, </a:t>
            </a:r>
            <a:r>
              <a:rPr lang="ko-KR" altLang="en-US" sz="1700" dirty="0"/>
              <a:t>주문 버튼만 구현 예정</a:t>
            </a:r>
            <a:endParaRPr lang="en-US" altLang="ko-KR" sz="1700" dirty="0"/>
          </a:p>
          <a:p>
            <a:pPr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700" dirty="0"/>
              <a:t>(</a:t>
            </a:r>
            <a:r>
              <a:rPr lang="ko-KR" altLang="en-US" sz="1700" dirty="0"/>
              <a:t>쿠폰 부분 제외</a:t>
            </a:r>
            <a:r>
              <a:rPr lang="en-US" altLang="ko-KR" sz="17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09700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325</Words>
  <Application>Microsoft Office PowerPoint</Application>
  <PresentationFormat>와이드스크린</PresentationFormat>
  <Paragraphs>45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푸마- 화면 설계 문서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현겸 이</dc:creator>
  <cp:lastModifiedBy>현겸 이</cp:lastModifiedBy>
  <cp:revision>1</cp:revision>
  <dcterms:created xsi:type="dcterms:W3CDTF">2026-02-25T01:48:40Z</dcterms:created>
  <dcterms:modified xsi:type="dcterms:W3CDTF">2026-02-25T01:59:38Z</dcterms:modified>
</cp:coreProperties>
</file>